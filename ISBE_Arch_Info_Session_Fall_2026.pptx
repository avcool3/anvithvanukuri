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63" r:id="rId29"/>
    <p:sldId id="257" r:id="rId6"/>
    <p:sldId id="258" r:id="rId7"/>
    <p:sldId id="259" r:id="rId8"/>
    <p:sldId id="260" r:id="rId9"/>
    <p:sldId id="264" r:id="rId30"/>
    <p:sldId id="261" r:id="rId10"/>
    <p:sldId id="262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Jost"/>
      <p:regular r:id="rId20"/>
      <p:bold r:id="rId21"/>
      <p:italic r:id="rId22"/>
      <p:boldItalic r:id="rId23"/>
    </p:embeddedFont>
    <p:embeddedFont>
      <p:font typeface="Bebas Neue"/>
      <p:regular r:id="rId24"/>
    </p:embeddedFont>
    <p:embeddedFont>
      <p:font typeface="P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font" Target="fonts/Jost-regular.fntdata"/><Relationship Id="rId22" Type="http://schemas.openxmlformats.org/officeDocument/2006/relationships/font" Target="fonts/Jost-italic.fntdata"/><Relationship Id="rId21" Type="http://schemas.openxmlformats.org/officeDocument/2006/relationships/font" Target="fonts/Jost-bold.fntdata"/><Relationship Id="rId24" Type="http://schemas.openxmlformats.org/officeDocument/2006/relationships/font" Target="fonts/BebasNeue-regular.fntdata"/><Relationship Id="rId23" Type="http://schemas.openxmlformats.org/officeDocument/2006/relationships/font" Target="fonts/Jos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bold.fntdata"/><Relationship Id="rId25" Type="http://schemas.openxmlformats.org/officeDocument/2006/relationships/font" Target="fonts/PTSans-regular.fntdata"/><Relationship Id="rId28" Type="http://schemas.openxmlformats.org/officeDocument/2006/relationships/font" Target="fonts/PTSans-boldItalic.fntdata"/><Relationship Id="rId27" Type="http://schemas.openxmlformats.org/officeDocument/2006/relationships/font" Target="fonts/PT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  <Relationship Id="rId29" Type="http://schemas.openxmlformats.org/officeDocument/2006/relationships/slide" Target="slides/slide8.xml"/>
  <Relationship Id="rId30" Type="http://schemas.openxmlformats.org/officeDocument/2006/relationships/slide" Target="slides/slide9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76be537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176be537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1b1fc76b9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1b1fc76b9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1a4caaef3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1a4caaef3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1a4caaef3b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1a4caaef3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81eca94e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81eca94e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1eca94e4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81eca94e4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1b6cd7ae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1b6cd7ae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438800" y="1362775"/>
            <a:ext cx="62664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58200" y="3616000"/>
            <a:ext cx="4227600" cy="421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13225" y="2468700"/>
            <a:ext cx="50676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13225" y="1020600"/>
            <a:ext cx="1630200" cy="10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>
            <p:ph idx="3" type="pic"/>
          </p:nvPr>
        </p:nvSpPr>
        <p:spPr>
          <a:xfrm>
            <a:off x="5641700" y="1047150"/>
            <a:ext cx="2486100" cy="31023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8000"/>
              </a:schemeClr>
            </a:outerShdw>
          </a:effectLst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0000" y="1129376"/>
            <a:ext cx="7704000" cy="3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1pPr>
            <a:lvl2pPr indent="-3111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2pPr>
            <a:lvl3pPr indent="-3111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/>
            </a:lvl3pPr>
            <a:lvl4pPr indent="-3111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4pPr>
            <a:lvl5pPr indent="-3111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5pPr>
            <a:lvl6pPr indent="-3111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111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 rot="925555">
            <a:off x="-357489" y="4086044"/>
            <a:ext cx="1292750" cy="1699689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 rot="-8782336">
            <a:off x="-832242" y="-870480"/>
            <a:ext cx="1758955" cy="1758955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rot="-2537566">
            <a:off x="8193333" y="-1221537"/>
            <a:ext cx="1752893" cy="230462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8593900" y="3741150"/>
            <a:ext cx="1868400" cy="18684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5055284" y="3847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1583300" y="3847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3" type="subTitle"/>
          </p:nvPr>
        </p:nvSpPr>
        <p:spPr>
          <a:xfrm>
            <a:off x="5055275" y="3274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4" type="subTitle"/>
          </p:nvPr>
        </p:nvSpPr>
        <p:spPr>
          <a:xfrm>
            <a:off x="1583075" y="3274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6"/>
          <p:cNvSpPr/>
          <p:nvPr/>
        </p:nvSpPr>
        <p:spPr>
          <a:xfrm flipH="1" rot="-9609622">
            <a:off x="-563239" y="-610216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34" name="Google Shape;34;p6"/>
          <p:cNvSpPr/>
          <p:nvPr/>
        </p:nvSpPr>
        <p:spPr>
          <a:xfrm rot="-6146075">
            <a:off x="-1684077" y="-1943534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 flipH="1" rot="-9609622">
            <a:off x="8370961" y="4034384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>
            <a:off x="8168988" y="-1020125"/>
            <a:ext cx="1868400" cy="1868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279000" y="4440800"/>
            <a:ext cx="898200" cy="886800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4027625" y="1942500"/>
            <a:ext cx="4294800" cy="19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3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■"/>
              <a:defRPr/>
            </a:lvl9pPr>
          </a:lstStyle>
          <a:p/>
        </p:txBody>
      </p:sp>
      <p:sp>
        <p:nvSpPr>
          <p:cNvPr id="41" name="Google Shape;41;p7"/>
          <p:cNvSpPr/>
          <p:nvPr>
            <p:ph idx="2" type="pic"/>
          </p:nvPr>
        </p:nvSpPr>
        <p:spPr>
          <a:xfrm>
            <a:off x="802925" y="1323875"/>
            <a:ext cx="3099900" cy="3102300"/>
          </a:xfrm>
          <a:prstGeom prst="ellipse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8000"/>
              </a:schemeClr>
            </a:outerShdw>
          </a:effectLst>
        </p:spPr>
      </p:sp>
      <p:sp>
        <p:nvSpPr>
          <p:cNvPr id="42" name="Google Shape;42;p7"/>
          <p:cNvSpPr/>
          <p:nvPr/>
        </p:nvSpPr>
        <p:spPr>
          <a:xfrm>
            <a:off x="-1227337" y="-1020150"/>
            <a:ext cx="1868400" cy="18684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1651950" y="1059000"/>
            <a:ext cx="5840100" cy="23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369400" y="3413400"/>
            <a:ext cx="44052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4871650" y="539500"/>
            <a:ext cx="3559200" cy="994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595959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1284000" y="1291175"/>
            <a:ext cx="6576000" cy="148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subTitle"/>
          </p:nvPr>
        </p:nvSpPr>
        <p:spPr>
          <a:xfrm>
            <a:off x="2093250" y="3056375"/>
            <a:ext cx="4957500" cy="497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651900" y="445025"/>
            <a:ext cx="786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13"/>
          <p:cNvSpPr/>
          <p:nvPr/>
        </p:nvSpPr>
        <p:spPr>
          <a:xfrm rot="-9313051">
            <a:off x="-1275047" y="-1355324"/>
            <a:ext cx="2290216" cy="2234649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 flipH="1" rot="-9609622">
            <a:off x="8561586" y="4112609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62" name="Google Shape;62;p13"/>
          <p:cNvSpPr/>
          <p:nvPr/>
        </p:nvSpPr>
        <p:spPr>
          <a:xfrm>
            <a:off x="-621500" y="4517175"/>
            <a:ext cx="1606200" cy="16062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8311613" y="-1172200"/>
            <a:ext cx="1868400" cy="1868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 rot="-6146075">
            <a:off x="8426073" y="2274316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14"/>
          <p:cNvSpPr/>
          <p:nvPr/>
        </p:nvSpPr>
        <p:spPr>
          <a:xfrm>
            <a:off x="7831150" y="-135255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-956850" y="4405175"/>
            <a:ext cx="1868400" cy="18684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 rot="-9313051">
            <a:off x="-991797" y="-1017849"/>
            <a:ext cx="2290216" cy="2234649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 rot="-6146075">
            <a:off x="7900498" y="3437116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" name="Google Shape;74;p15"/>
          <p:cNvSpPr/>
          <p:nvPr/>
        </p:nvSpPr>
        <p:spPr>
          <a:xfrm flipH="1" rot="-9609622">
            <a:off x="-146539" y="-742091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75" name="Google Shape;75;p15"/>
          <p:cNvSpPr/>
          <p:nvPr/>
        </p:nvSpPr>
        <p:spPr>
          <a:xfrm>
            <a:off x="-952275" y="4601950"/>
            <a:ext cx="2063400" cy="20634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 flipH="1" rot="-9609622">
            <a:off x="8607873" y="4248009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77" name="Google Shape;77;p15"/>
          <p:cNvSpPr/>
          <p:nvPr/>
        </p:nvSpPr>
        <p:spPr>
          <a:xfrm>
            <a:off x="8104988" y="-1031025"/>
            <a:ext cx="1868400" cy="1868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 rot="-6146075">
            <a:off x="-1876052" y="-2143934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 rot="-6146075">
            <a:off x="7491448" y="4691241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224575" y="2444125"/>
            <a:ext cx="5206200" cy="17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6"/>
          <p:cNvSpPr txBox="1"/>
          <p:nvPr>
            <p:ph hasCustomPrompt="1" idx="2" type="title"/>
          </p:nvPr>
        </p:nvSpPr>
        <p:spPr>
          <a:xfrm>
            <a:off x="3224575" y="1188000"/>
            <a:ext cx="1827900" cy="108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6"/>
          <p:cNvSpPr/>
          <p:nvPr>
            <p:ph idx="3" type="pic"/>
          </p:nvPr>
        </p:nvSpPr>
        <p:spPr>
          <a:xfrm>
            <a:off x="461575" y="1457125"/>
            <a:ext cx="2763000" cy="2728200"/>
          </a:xfrm>
          <a:prstGeom prst="ellipse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8000"/>
              </a:schemeClr>
            </a:outerShdw>
          </a:effectLst>
        </p:spPr>
      </p:sp>
      <p:sp>
        <p:nvSpPr>
          <p:cNvPr id="84" name="Google Shape;84;p16"/>
          <p:cNvSpPr/>
          <p:nvPr/>
        </p:nvSpPr>
        <p:spPr>
          <a:xfrm rot="2934124">
            <a:off x="8111385" y="3988806"/>
            <a:ext cx="1852659" cy="2435946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85" name="Google Shape;85;p16"/>
          <p:cNvSpPr/>
          <p:nvPr/>
        </p:nvSpPr>
        <p:spPr>
          <a:xfrm rot="2932170">
            <a:off x="-459646" y="-615558"/>
            <a:ext cx="1292750" cy="1699626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86" name="Google Shape;86;p16"/>
          <p:cNvSpPr/>
          <p:nvPr/>
        </p:nvSpPr>
        <p:spPr>
          <a:xfrm>
            <a:off x="-527950" y="4468975"/>
            <a:ext cx="1868400" cy="18684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720000" y="1129374"/>
            <a:ext cx="7704000" cy="30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3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1pPr>
            <a:lvl2pPr indent="-3111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2pPr>
            <a:lvl3pPr indent="-3111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/>
            </a:lvl3pPr>
            <a:lvl4pPr indent="-3111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4pPr>
            <a:lvl5pPr indent="-3111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5pPr>
            <a:lvl6pPr indent="-3111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111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■"/>
              <a:defRPr/>
            </a:lvl9pPr>
          </a:lstStyle>
          <a:p/>
        </p:txBody>
      </p:sp>
      <p:sp>
        <p:nvSpPr>
          <p:cNvPr id="91" name="Google Shape;91;p17"/>
          <p:cNvSpPr/>
          <p:nvPr/>
        </p:nvSpPr>
        <p:spPr>
          <a:xfrm flipH="1" rot="-9609622">
            <a:off x="-593989" y="-310316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92" name="Google Shape;92;p17"/>
          <p:cNvSpPr/>
          <p:nvPr/>
        </p:nvSpPr>
        <p:spPr>
          <a:xfrm rot="-6146075">
            <a:off x="-1748027" y="-1990159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 flipH="1" rot="-9609622">
            <a:off x="7893761" y="4126784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94" name="Google Shape;94;p17"/>
          <p:cNvSpPr/>
          <p:nvPr/>
        </p:nvSpPr>
        <p:spPr>
          <a:xfrm>
            <a:off x="8332900" y="3298450"/>
            <a:ext cx="923100" cy="923100"/>
          </a:xfrm>
          <a:prstGeom prst="donut">
            <a:avLst>
              <a:gd fmla="val 71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-203100" y="4300150"/>
            <a:ext cx="923100" cy="923100"/>
          </a:xfrm>
          <a:prstGeom prst="donut">
            <a:avLst>
              <a:gd fmla="val 71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hasCustomPrompt="1" idx="2" type="title"/>
          </p:nvPr>
        </p:nvSpPr>
        <p:spPr>
          <a:xfrm>
            <a:off x="1588875" y="1656970"/>
            <a:ext cx="734700" cy="447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8"/>
          <p:cNvSpPr txBox="1"/>
          <p:nvPr>
            <p:ph hasCustomPrompt="1" idx="3" type="title"/>
          </p:nvPr>
        </p:nvSpPr>
        <p:spPr>
          <a:xfrm>
            <a:off x="1588925" y="3329841"/>
            <a:ext cx="734700" cy="447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8"/>
          <p:cNvSpPr txBox="1"/>
          <p:nvPr>
            <p:ph hasCustomPrompt="1" idx="4" type="title"/>
          </p:nvPr>
        </p:nvSpPr>
        <p:spPr>
          <a:xfrm>
            <a:off x="4168200" y="1656975"/>
            <a:ext cx="807600" cy="447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8"/>
          <p:cNvSpPr txBox="1"/>
          <p:nvPr>
            <p:ph hasCustomPrompt="1" idx="5" type="title"/>
          </p:nvPr>
        </p:nvSpPr>
        <p:spPr>
          <a:xfrm>
            <a:off x="4168200" y="3329842"/>
            <a:ext cx="807600" cy="447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8"/>
          <p:cNvSpPr txBox="1"/>
          <p:nvPr>
            <p:ph hasCustomPrompt="1" idx="6" type="title"/>
          </p:nvPr>
        </p:nvSpPr>
        <p:spPr>
          <a:xfrm>
            <a:off x="6820425" y="1656970"/>
            <a:ext cx="734700" cy="447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8"/>
          <p:cNvSpPr txBox="1"/>
          <p:nvPr>
            <p:ph hasCustomPrompt="1" idx="7" type="title"/>
          </p:nvPr>
        </p:nvSpPr>
        <p:spPr>
          <a:xfrm>
            <a:off x="6820425" y="3329841"/>
            <a:ext cx="734700" cy="447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713225" y="2126050"/>
            <a:ext cx="2486100" cy="6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8" type="subTitle"/>
          </p:nvPr>
        </p:nvSpPr>
        <p:spPr>
          <a:xfrm>
            <a:off x="3329000" y="2126050"/>
            <a:ext cx="2486100" cy="6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9" type="subTitle"/>
          </p:nvPr>
        </p:nvSpPr>
        <p:spPr>
          <a:xfrm>
            <a:off x="5944775" y="2126050"/>
            <a:ext cx="2486100" cy="6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13" type="subTitle"/>
          </p:nvPr>
        </p:nvSpPr>
        <p:spPr>
          <a:xfrm>
            <a:off x="713225" y="3799000"/>
            <a:ext cx="2486100" cy="6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14" type="subTitle"/>
          </p:nvPr>
        </p:nvSpPr>
        <p:spPr>
          <a:xfrm>
            <a:off x="3329000" y="3799000"/>
            <a:ext cx="2486100" cy="6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15" type="subTitle"/>
          </p:nvPr>
        </p:nvSpPr>
        <p:spPr>
          <a:xfrm>
            <a:off x="5944775" y="3799000"/>
            <a:ext cx="2486100" cy="6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18"/>
          <p:cNvSpPr/>
          <p:nvPr/>
        </p:nvSpPr>
        <p:spPr>
          <a:xfrm rot="-6145994">
            <a:off x="8503768" y="3987840"/>
            <a:ext cx="1482570" cy="1482570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8430775" y="279835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-813350" y="4604000"/>
            <a:ext cx="1767000" cy="1767000"/>
          </a:xfrm>
          <a:prstGeom prst="donut">
            <a:avLst>
              <a:gd fmla="val 8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7816850" y="285700"/>
            <a:ext cx="777132" cy="793076"/>
          </a:xfrm>
          <a:custGeom>
            <a:rect b="b" l="l" r="r" t="t"/>
            <a:pathLst>
              <a:path extrusionOk="0" fill="none" h="68295" w="66922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miter lim="211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2539225" y="3100300"/>
            <a:ext cx="5378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856150" y="1126425"/>
            <a:ext cx="70614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713225" y="1077538"/>
            <a:ext cx="3655500" cy="200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" type="subTitle"/>
          </p:nvPr>
        </p:nvSpPr>
        <p:spPr>
          <a:xfrm>
            <a:off x="713225" y="3255363"/>
            <a:ext cx="3655500" cy="8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1" name="Google Shape;121;p20"/>
          <p:cNvSpPr/>
          <p:nvPr>
            <p:ph idx="2" type="pic"/>
          </p:nvPr>
        </p:nvSpPr>
        <p:spPr>
          <a:xfrm>
            <a:off x="4901000" y="533850"/>
            <a:ext cx="3129000" cy="40758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595959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713225" y="1708625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713225" y="2771825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5" name="Google Shape;125;p21"/>
          <p:cNvSpPr/>
          <p:nvPr/>
        </p:nvSpPr>
        <p:spPr>
          <a:xfrm rot="-6146075">
            <a:off x="7441148" y="3796391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8351552" y="3477450"/>
            <a:ext cx="646800" cy="6465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 flipH="1" rot="-9609622">
            <a:off x="8680736" y="-736316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128" name="Google Shape;128;p21"/>
          <p:cNvSpPr/>
          <p:nvPr/>
        </p:nvSpPr>
        <p:spPr>
          <a:xfrm>
            <a:off x="-960650" y="4249925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4837200" y="1501200"/>
            <a:ext cx="35934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" type="subTitle"/>
          </p:nvPr>
        </p:nvSpPr>
        <p:spPr>
          <a:xfrm>
            <a:off x="4837375" y="2562000"/>
            <a:ext cx="3593400" cy="8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3" name="Google Shape;133;p22"/>
          <p:cNvSpPr/>
          <p:nvPr/>
        </p:nvSpPr>
        <p:spPr>
          <a:xfrm flipH="1" rot="-9609622">
            <a:off x="-106539" y="-862066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134" name="Google Shape;134;p22"/>
          <p:cNvSpPr/>
          <p:nvPr/>
        </p:nvSpPr>
        <p:spPr>
          <a:xfrm>
            <a:off x="-1176275" y="4286225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 flipH="1" rot="-9609622">
            <a:off x="8759873" y="4035909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136" name="Google Shape;136;p22"/>
          <p:cNvSpPr/>
          <p:nvPr/>
        </p:nvSpPr>
        <p:spPr>
          <a:xfrm>
            <a:off x="7905013" y="-861875"/>
            <a:ext cx="1868400" cy="1868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" type="subTitle"/>
          </p:nvPr>
        </p:nvSpPr>
        <p:spPr>
          <a:xfrm>
            <a:off x="5006776" y="2652775"/>
            <a:ext cx="2661000" cy="1800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2" type="subTitle"/>
          </p:nvPr>
        </p:nvSpPr>
        <p:spPr>
          <a:xfrm>
            <a:off x="1464413" y="2652775"/>
            <a:ext cx="2661000" cy="1800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3" type="subTitle"/>
          </p:nvPr>
        </p:nvSpPr>
        <p:spPr>
          <a:xfrm>
            <a:off x="1464413" y="2093875"/>
            <a:ext cx="2661000" cy="55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4" type="subTitle"/>
          </p:nvPr>
        </p:nvSpPr>
        <p:spPr>
          <a:xfrm>
            <a:off x="5006776" y="2093875"/>
            <a:ext cx="2661000" cy="55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 flipH="1" rot="6443641">
            <a:off x="8558176" y="2947348"/>
            <a:ext cx="1292716" cy="1699574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145" name="Google Shape;145;p23"/>
          <p:cNvSpPr/>
          <p:nvPr/>
        </p:nvSpPr>
        <p:spPr>
          <a:xfrm>
            <a:off x="8107600" y="-135270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-1176275" y="4286225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" type="subTitle"/>
          </p:nvPr>
        </p:nvSpPr>
        <p:spPr>
          <a:xfrm>
            <a:off x="4865700" y="1820025"/>
            <a:ext cx="3331200" cy="2189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2" type="subTitle"/>
          </p:nvPr>
        </p:nvSpPr>
        <p:spPr>
          <a:xfrm>
            <a:off x="946975" y="1820025"/>
            <a:ext cx="3331200" cy="2189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2" name="Google Shape;152;p24"/>
          <p:cNvSpPr/>
          <p:nvPr/>
        </p:nvSpPr>
        <p:spPr>
          <a:xfrm flipH="1" rot="4518705">
            <a:off x="-553322" y="4076004"/>
            <a:ext cx="1292723" cy="1699628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153" name="Google Shape;153;p24"/>
          <p:cNvSpPr/>
          <p:nvPr/>
        </p:nvSpPr>
        <p:spPr>
          <a:xfrm>
            <a:off x="-892887" y="-636950"/>
            <a:ext cx="1868400" cy="18684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 flipH="1" rot="10800000">
            <a:off x="7938600" y="4084963"/>
            <a:ext cx="777132" cy="793076"/>
          </a:xfrm>
          <a:custGeom>
            <a:rect b="b" l="l" r="r" t="t"/>
            <a:pathLst>
              <a:path extrusionOk="0" fill="none" h="68295" w="66922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miter lim="211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938600" y="-636950"/>
            <a:ext cx="1581900" cy="1562100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716650" y="2658227"/>
            <a:ext cx="2361000" cy="1513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2" type="subTitle"/>
          </p:nvPr>
        </p:nvSpPr>
        <p:spPr>
          <a:xfrm>
            <a:off x="3391550" y="2658229"/>
            <a:ext cx="2361000" cy="1513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3" type="subTitle"/>
          </p:nvPr>
        </p:nvSpPr>
        <p:spPr>
          <a:xfrm>
            <a:off x="6066350" y="2658227"/>
            <a:ext cx="2361000" cy="1513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4" type="subTitle"/>
          </p:nvPr>
        </p:nvSpPr>
        <p:spPr>
          <a:xfrm>
            <a:off x="716650" y="2099325"/>
            <a:ext cx="2361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5" type="subTitle"/>
          </p:nvPr>
        </p:nvSpPr>
        <p:spPr>
          <a:xfrm>
            <a:off x="3391550" y="2099325"/>
            <a:ext cx="2361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6" type="subTitle"/>
          </p:nvPr>
        </p:nvSpPr>
        <p:spPr>
          <a:xfrm>
            <a:off x="6066350" y="2099325"/>
            <a:ext cx="2361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4" name="Google Shape;164;p25"/>
          <p:cNvSpPr/>
          <p:nvPr/>
        </p:nvSpPr>
        <p:spPr>
          <a:xfrm>
            <a:off x="8035875" y="-1232550"/>
            <a:ext cx="2197800" cy="2170200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 rot="-8782336">
            <a:off x="-1091992" y="-1026930"/>
            <a:ext cx="1758955" cy="1758955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-1548625" y="-141420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/>
          <p:nvPr/>
        </p:nvSpPr>
        <p:spPr>
          <a:xfrm rot="-4885640">
            <a:off x="-743708" y="4248221"/>
            <a:ext cx="1581873" cy="1562144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26"/>
          <p:cNvSpPr txBox="1"/>
          <p:nvPr>
            <p:ph idx="1" type="subTitle"/>
          </p:nvPr>
        </p:nvSpPr>
        <p:spPr>
          <a:xfrm>
            <a:off x="756850" y="1988525"/>
            <a:ext cx="357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2" name="Google Shape;172;p26"/>
          <p:cNvSpPr txBox="1"/>
          <p:nvPr>
            <p:ph idx="2" type="subTitle"/>
          </p:nvPr>
        </p:nvSpPr>
        <p:spPr>
          <a:xfrm>
            <a:off x="4808159" y="1988525"/>
            <a:ext cx="357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3" name="Google Shape;173;p26"/>
          <p:cNvSpPr txBox="1"/>
          <p:nvPr>
            <p:ph idx="3" type="subTitle"/>
          </p:nvPr>
        </p:nvSpPr>
        <p:spPr>
          <a:xfrm>
            <a:off x="756850" y="3649100"/>
            <a:ext cx="357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4" name="Google Shape;174;p26"/>
          <p:cNvSpPr txBox="1"/>
          <p:nvPr>
            <p:ph idx="4" type="subTitle"/>
          </p:nvPr>
        </p:nvSpPr>
        <p:spPr>
          <a:xfrm>
            <a:off x="4808159" y="3649100"/>
            <a:ext cx="3579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5" type="subTitle"/>
          </p:nvPr>
        </p:nvSpPr>
        <p:spPr>
          <a:xfrm>
            <a:off x="1358050" y="1618975"/>
            <a:ext cx="2977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6" name="Google Shape;176;p26"/>
          <p:cNvSpPr txBox="1"/>
          <p:nvPr>
            <p:ph idx="6" type="subTitle"/>
          </p:nvPr>
        </p:nvSpPr>
        <p:spPr>
          <a:xfrm>
            <a:off x="1358050" y="3279625"/>
            <a:ext cx="2977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7" type="subTitle"/>
          </p:nvPr>
        </p:nvSpPr>
        <p:spPr>
          <a:xfrm>
            <a:off x="5409491" y="1618975"/>
            <a:ext cx="2977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8" type="subTitle"/>
          </p:nvPr>
        </p:nvSpPr>
        <p:spPr>
          <a:xfrm>
            <a:off x="5409325" y="3279625"/>
            <a:ext cx="2977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9" name="Google Shape;179;p26"/>
          <p:cNvSpPr/>
          <p:nvPr/>
        </p:nvSpPr>
        <p:spPr>
          <a:xfrm rot="2934124">
            <a:off x="8162060" y="3665256"/>
            <a:ext cx="1852659" cy="2435946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180" name="Google Shape;180;p26"/>
          <p:cNvSpPr/>
          <p:nvPr/>
        </p:nvSpPr>
        <p:spPr>
          <a:xfrm>
            <a:off x="-1435175" y="3655700"/>
            <a:ext cx="1896600" cy="18966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 rot="925555">
            <a:off x="-372377" y="-704031"/>
            <a:ext cx="1292750" cy="1699689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182" name="Google Shape;182;p26"/>
          <p:cNvSpPr/>
          <p:nvPr/>
        </p:nvSpPr>
        <p:spPr>
          <a:xfrm>
            <a:off x="8430775" y="-556825"/>
            <a:ext cx="1868400" cy="18684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1" type="subTitle"/>
          </p:nvPr>
        </p:nvSpPr>
        <p:spPr>
          <a:xfrm>
            <a:off x="720000" y="1950421"/>
            <a:ext cx="2438700" cy="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2" type="subTitle"/>
          </p:nvPr>
        </p:nvSpPr>
        <p:spPr>
          <a:xfrm>
            <a:off x="3403925" y="1950421"/>
            <a:ext cx="2438700" cy="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3" type="subTitle"/>
          </p:nvPr>
        </p:nvSpPr>
        <p:spPr>
          <a:xfrm>
            <a:off x="720000" y="3642725"/>
            <a:ext cx="2438700" cy="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4" type="subTitle"/>
          </p:nvPr>
        </p:nvSpPr>
        <p:spPr>
          <a:xfrm>
            <a:off x="3403925" y="3642715"/>
            <a:ext cx="2438700" cy="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5" type="subTitle"/>
          </p:nvPr>
        </p:nvSpPr>
        <p:spPr>
          <a:xfrm>
            <a:off x="5985300" y="1950421"/>
            <a:ext cx="2438700" cy="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0" name="Google Shape;190;p27"/>
          <p:cNvSpPr txBox="1"/>
          <p:nvPr>
            <p:ph idx="6" type="subTitle"/>
          </p:nvPr>
        </p:nvSpPr>
        <p:spPr>
          <a:xfrm>
            <a:off x="5985300" y="3642725"/>
            <a:ext cx="2438700" cy="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91" name="Google Shape;191;p27"/>
          <p:cNvSpPr txBox="1"/>
          <p:nvPr>
            <p:ph idx="7" type="subTitle"/>
          </p:nvPr>
        </p:nvSpPr>
        <p:spPr>
          <a:xfrm>
            <a:off x="724795" y="1654663"/>
            <a:ext cx="2429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8" type="subTitle"/>
          </p:nvPr>
        </p:nvSpPr>
        <p:spPr>
          <a:xfrm>
            <a:off x="3408875" y="1654663"/>
            <a:ext cx="2428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9" type="subTitle"/>
          </p:nvPr>
        </p:nvSpPr>
        <p:spPr>
          <a:xfrm>
            <a:off x="5990086" y="1654663"/>
            <a:ext cx="2429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13" type="subTitle"/>
          </p:nvPr>
        </p:nvSpPr>
        <p:spPr>
          <a:xfrm>
            <a:off x="724796" y="3355414"/>
            <a:ext cx="2429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14" type="subTitle"/>
          </p:nvPr>
        </p:nvSpPr>
        <p:spPr>
          <a:xfrm>
            <a:off x="3408875" y="3332114"/>
            <a:ext cx="2428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5" type="subTitle"/>
          </p:nvPr>
        </p:nvSpPr>
        <p:spPr>
          <a:xfrm>
            <a:off x="5990086" y="3355414"/>
            <a:ext cx="2429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7" name="Google Shape;197;p27"/>
          <p:cNvSpPr/>
          <p:nvPr/>
        </p:nvSpPr>
        <p:spPr>
          <a:xfrm rot="-8782336">
            <a:off x="8507508" y="3695295"/>
            <a:ext cx="1758955" cy="1758955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8031574" y="4604000"/>
            <a:ext cx="970800" cy="9705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 flipH="1" rot="4518705">
            <a:off x="-553322" y="4076004"/>
            <a:ext cx="1292723" cy="1699628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200" name="Google Shape;200;p27"/>
          <p:cNvSpPr/>
          <p:nvPr/>
        </p:nvSpPr>
        <p:spPr>
          <a:xfrm>
            <a:off x="8031575" y="-636950"/>
            <a:ext cx="1581900" cy="1562100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7"/>
          <p:cNvSpPr/>
          <p:nvPr/>
        </p:nvSpPr>
        <p:spPr>
          <a:xfrm rot="-8782336">
            <a:off x="-852017" y="-735380"/>
            <a:ext cx="1758955" cy="1758955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-1088250" y="-198515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hasCustomPrompt="1" type="title"/>
          </p:nvPr>
        </p:nvSpPr>
        <p:spPr>
          <a:xfrm>
            <a:off x="3733975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28"/>
          <p:cNvSpPr txBox="1"/>
          <p:nvPr>
            <p:ph idx="1" type="subTitle"/>
          </p:nvPr>
        </p:nvSpPr>
        <p:spPr>
          <a:xfrm>
            <a:off x="3733975" y="1288076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hasCustomPrompt="1" idx="2" type="title"/>
          </p:nvPr>
        </p:nvSpPr>
        <p:spPr>
          <a:xfrm>
            <a:off x="3733975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28"/>
          <p:cNvSpPr txBox="1"/>
          <p:nvPr>
            <p:ph idx="3" type="subTitle"/>
          </p:nvPr>
        </p:nvSpPr>
        <p:spPr>
          <a:xfrm>
            <a:off x="3733975" y="2640332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hasCustomPrompt="1" idx="4" type="title"/>
          </p:nvPr>
        </p:nvSpPr>
        <p:spPr>
          <a:xfrm>
            <a:off x="3733975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8"/>
          <p:cNvSpPr txBox="1"/>
          <p:nvPr>
            <p:ph idx="5" type="subTitle"/>
          </p:nvPr>
        </p:nvSpPr>
        <p:spPr>
          <a:xfrm>
            <a:off x="3733975" y="3992588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0" name="Google Shape;210;p28"/>
          <p:cNvSpPr/>
          <p:nvPr>
            <p:ph idx="6" type="pic"/>
          </p:nvPr>
        </p:nvSpPr>
        <p:spPr>
          <a:xfrm>
            <a:off x="410700" y="753450"/>
            <a:ext cx="3642600" cy="3636600"/>
          </a:xfrm>
          <a:prstGeom prst="ellipse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</p:sp>
      <p:sp>
        <p:nvSpPr>
          <p:cNvPr id="211" name="Google Shape;211;p28"/>
          <p:cNvSpPr/>
          <p:nvPr/>
        </p:nvSpPr>
        <p:spPr>
          <a:xfrm>
            <a:off x="-1322975" y="454585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8"/>
          <p:cNvSpPr/>
          <p:nvPr/>
        </p:nvSpPr>
        <p:spPr>
          <a:xfrm rot="-6146075">
            <a:off x="8303073" y="-1431109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8174825" y="-1163650"/>
            <a:ext cx="1868400" cy="18684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"/>
          <p:cNvSpPr txBox="1"/>
          <p:nvPr>
            <p:ph hasCustomPrompt="1" type="title"/>
          </p:nvPr>
        </p:nvSpPr>
        <p:spPr>
          <a:xfrm>
            <a:off x="1531300" y="1733550"/>
            <a:ext cx="987600" cy="406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938500" y="3629175"/>
            <a:ext cx="2173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8" name="Google Shape;218;p29"/>
          <p:cNvSpPr txBox="1"/>
          <p:nvPr>
            <p:ph idx="2" type="subTitle"/>
          </p:nvPr>
        </p:nvSpPr>
        <p:spPr>
          <a:xfrm>
            <a:off x="938500" y="313215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hasCustomPrompt="1" idx="3" type="title"/>
          </p:nvPr>
        </p:nvSpPr>
        <p:spPr>
          <a:xfrm>
            <a:off x="4078200" y="1733550"/>
            <a:ext cx="987600" cy="406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29"/>
          <p:cNvSpPr txBox="1"/>
          <p:nvPr>
            <p:ph idx="4" type="subTitle"/>
          </p:nvPr>
        </p:nvSpPr>
        <p:spPr>
          <a:xfrm>
            <a:off x="3485400" y="3629175"/>
            <a:ext cx="2173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5" type="subTitle"/>
          </p:nvPr>
        </p:nvSpPr>
        <p:spPr>
          <a:xfrm>
            <a:off x="3485400" y="313215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hasCustomPrompt="1" idx="6" type="title"/>
          </p:nvPr>
        </p:nvSpPr>
        <p:spPr>
          <a:xfrm>
            <a:off x="6625100" y="1733550"/>
            <a:ext cx="987600" cy="406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9"/>
          <p:cNvSpPr txBox="1"/>
          <p:nvPr>
            <p:ph idx="7" type="subTitle"/>
          </p:nvPr>
        </p:nvSpPr>
        <p:spPr>
          <a:xfrm>
            <a:off x="6032300" y="3629175"/>
            <a:ext cx="2173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8" type="subTitle"/>
          </p:nvPr>
        </p:nvSpPr>
        <p:spPr>
          <a:xfrm>
            <a:off x="6032300" y="313215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9"/>
          <p:cNvSpPr/>
          <p:nvPr/>
        </p:nvSpPr>
        <p:spPr>
          <a:xfrm flipH="1" rot="-9609622">
            <a:off x="-435239" y="221709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227" name="Google Shape;227;p29"/>
          <p:cNvSpPr/>
          <p:nvPr/>
        </p:nvSpPr>
        <p:spPr>
          <a:xfrm rot="-6146075">
            <a:off x="-1740077" y="-1679984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-1263575" y="4349725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 flipH="1" rot="-9609622">
            <a:off x="8290636" y="4015659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230" name="Google Shape;230;p29"/>
          <p:cNvSpPr/>
          <p:nvPr/>
        </p:nvSpPr>
        <p:spPr>
          <a:xfrm>
            <a:off x="8262925" y="-107965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>
            <a:off x="254625" y="130800"/>
            <a:ext cx="8634900" cy="4881900"/>
          </a:xfrm>
          <a:prstGeom prst="roundRect">
            <a:avLst>
              <a:gd fmla="val 5931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 txBox="1"/>
          <p:nvPr>
            <p:ph type="title"/>
          </p:nvPr>
        </p:nvSpPr>
        <p:spPr>
          <a:xfrm>
            <a:off x="2347950" y="539500"/>
            <a:ext cx="44481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7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0"/>
          <p:cNvSpPr txBox="1"/>
          <p:nvPr/>
        </p:nvSpPr>
        <p:spPr>
          <a:xfrm>
            <a:off x="2099100" y="3676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CREDITS:</a:t>
            </a: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This presentation template was created by </a:t>
            </a:r>
            <a:r>
              <a:rPr b="1" lang="en" sz="1000" u="sng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 and infographics &amp; images by </a:t>
            </a:r>
            <a:r>
              <a:rPr b="1" lang="en" sz="1000" u="sng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endParaRPr b="1" sz="1000" u="sng">
              <a:solidFill>
                <a:schemeClr val="accen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 rot="-6146075">
            <a:off x="8303073" y="-1431109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"/>
          <p:cNvSpPr/>
          <p:nvPr/>
        </p:nvSpPr>
        <p:spPr>
          <a:xfrm rot="-6145876">
            <a:off x="-251580" y="4011032"/>
            <a:ext cx="2140586" cy="2140586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1"/>
          <p:cNvSpPr/>
          <p:nvPr/>
        </p:nvSpPr>
        <p:spPr>
          <a:xfrm>
            <a:off x="-1378525" y="422835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1"/>
          <p:cNvSpPr/>
          <p:nvPr/>
        </p:nvSpPr>
        <p:spPr>
          <a:xfrm rot="-9313205">
            <a:off x="-1228996" y="-1775599"/>
            <a:ext cx="2769283" cy="2701899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 rot="-9313068">
            <a:off x="8201124" y="4357553"/>
            <a:ext cx="1190209" cy="1161084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1"/>
          <p:cNvSpPr/>
          <p:nvPr/>
        </p:nvSpPr>
        <p:spPr>
          <a:xfrm>
            <a:off x="6830425" y="-2096225"/>
            <a:ext cx="2486100" cy="2486100"/>
          </a:xfrm>
          <a:prstGeom prst="donut">
            <a:avLst>
              <a:gd fmla="val 159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/>
          <p:nvPr/>
        </p:nvSpPr>
        <p:spPr>
          <a:xfrm rot="-6146075">
            <a:off x="6387548" y="4518791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2"/>
          <p:cNvSpPr/>
          <p:nvPr/>
        </p:nvSpPr>
        <p:spPr>
          <a:xfrm rot="-6146075">
            <a:off x="-1409877" y="-1742334"/>
            <a:ext cx="3027518" cy="3027518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/>
          <p:nvPr/>
        </p:nvSpPr>
        <p:spPr>
          <a:xfrm flipH="1" rot="8927291">
            <a:off x="8250938" y="3920420"/>
            <a:ext cx="1292721" cy="1699602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247" name="Google Shape;247;p32"/>
          <p:cNvSpPr/>
          <p:nvPr/>
        </p:nvSpPr>
        <p:spPr>
          <a:xfrm flipH="1" rot="8927291">
            <a:off x="66863" y="-959555"/>
            <a:ext cx="1292721" cy="1699602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248" name="Google Shape;248;p32"/>
          <p:cNvSpPr/>
          <p:nvPr/>
        </p:nvSpPr>
        <p:spPr>
          <a:xfrm>
            <a:off x="-1378525" y="4228350"/>
            <a:ext cx="2486100" cy="2486100"/>
          </a:xfrm>
          <a:prstGeom prst="donut">
            <a:avLst>
              <a:gd fmla="val 15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6989200" y="-1873975"/>
            <a:ext cx="2486100" cy="2486100"/>
          </a:xfrm>
          <a:prstGeom prst="donut">
            <a:avLst>
              <a:gd fmla="val 159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b="1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b="1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●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111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○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111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■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111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●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111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○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111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■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111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●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111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○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111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"/>
              <a:buChar char="■"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mananawal2028@u.northwestern.edu" TargetMode="External"/><Relationship Id="rId4" Type="http://schemas.openxmlformats.org/officeDocument/2006/relationships/hyperlink" Target="mailto:megnayadlapalli2028@u.northwestern.edu" TargetMode="Externa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nuisbe.org" TargetMode="External"/><Relationship Id="rId3" Type="http://schemas.openxmlformats.org/officeDocument/2006/relationships/hyperlink" Target="https://nuisbe.org/member" TargetMode="Externa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/>
          <p:nvPr/>
        </p:nvSpPr>
        <p:spPr>
          <a:xfrm>
            <a:off x="10554375" y="1445325"/>
            <a:ext cx="1236000" cy="42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3"/>
          <p:cNvSpPr/>
          <p:nvPr/>
        </p:nvSpPr>
        <p:spPr>
          <a:xfrm rot="-9313205">
            <a:off x="-826046" y="-891049"/>
            <a:ext cx="2769283" cy="2701899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 txBox="1"/>
          <p:nvPr>
            <p:ph type="ctrTitle"/>
          </p:nvPr>
        </p:nvSpPr>
        <p:spPr>
          <a:xfrm>
            <a:off x="1120500" y="2139850"/>
            <a:ext cx="6903000" cy="14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ISBE ARCH</a:t>
            </a:r>
            <a:endParaRPr sz="5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Info Session</a:t>
            </a:r>
            <a:endParaRPr sz="5200"/>
          </a:p>
        </p:txBody>
      </p:sp>
      <p:sp>
        <p:nvSpPr>
          <p:cNvPr id="257" name="Google Shape;257;p33"/>
          <p:cNvSpPr txBox="1"/>
          <p:nvPr>
            <p:ph idx="1" type="subTitle"/>
          </p:nvPr>
        </p:nvSpPr>
        <p:spPr>
          <a:xfrm>
            <a:off x="3586500" y="3677550"/>
            <a:ext cx="19710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Fall 2026</a:t>
            </a:r>
            <a:endParaRPr sz="1600"/>
          </a:p>
        </p:txBody>
      </p:sp>
      <p:sp>
        <p:nvSpPr>
          <p:cNvPr id="258" name="Google Shape;258;p33"/>
          <p:cNvSpPr/>
          <p:nvPr/>
        </p:nvSpPr>
        <p:spPr>
          <a:xfrm>
            <a:off x="7664450" y="3804150"/>
            <a:ext cx="1872900" cy="1643400"/>
          </a:xfrm>
          <a:prstGeom prst="ellipse">
            <a:avLst/>
          </a:pr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7816850" y="285700"/>
            <a:ext cx="777132" cy="793076"/>
          </a:xfrm>
          <a:custGeom>
            <a:rect b="b" l="l" r="r" t="t"/>
            <a:pathLst>
              <a:path extrusionOk="0" fill="none" h="68295" w="66922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miter lim="211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 rot="10800000">
            <a:off x="437675" y="4078250"/>
            <a:ext cx="777132" cy="793076"/>
          </a:xfrm>
          <a:custGeom>
            <a:rect b="b" l="l" r="r" t="t"/>
            <a:pathLst>
              <a:path extrusionOk="0" fill="none" h="68295" w="66922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miter lim="211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3"/>
          <p:cNvPicPr preferRelativeResize="0"/>
          <p:nvPr/>
        </p:nvPicPr>
        <p:blipFill rotWithShape="1">
          <a:blip r:embed="rId3">
            <a:alphaModFix/>
          </a:blip>
          <a:srcRect b="17628" l="0" r="0" t="0"/>
          <a:stretch/>
        </p:blipFill>
        <p:spPr>
          <a:xfrm>
            <a:off x="3839207" y="663150"/>
            <a:ext cx="1465603" cy="11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/>
          <p:nvPr/>
        </p:nvSpPr>
        <p:spPr>
          <a:xfrm>
            <a:off x="3387300" y="1548550"/>
            <a:ext cx="2369400" cy="23814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"/>
          <p:cNvSpPr txBox="1"/>
          <p:nvPr>
            <p:ph type="title"/>
          </p:nvPr>
        </p:nvSpPr>
        <p:spPr>
          <a:xfrm>
            <a:off x="651900" y="445025"/>
            <a:ext cx="786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YOU DO AT ARCH?</a:t>
            </a:r>
            <a:endParaRPr/>
          </a:p>
        </p:txBody>
      </p:sp>
      <p:sp>
        <p:nvSpPr>
          <p:cNvPr id="268" name="Google Shape;268;p34"/>
          <p:cNvSpPr/>
          <p:nvPr/>
        </p:nvSpPr>
        <p:spPr>
          <a:xfrm>
            <a:off x="3387300" y="1711729"/>
            <a:ext cx="683700" cy="68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"/>
          <p:cNvSpPr/>
          <p:nvPr/>
        </p:nvSpPr>
        <p:spPr>
          <a:xfrm>
            <a:off x="5072602" y="1711729"/>
            <a:ext cx="683700" cy="68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4"/>
          <p:cNvSpPr/>
          <p:nvPr/>
        </p:nvSpPr>
        <p:spPr>
          <a:xfrm>
            <a:off x="3406408" y="3075612"/>
            <a:ext cx="683700" cy="68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/>
          <p:nvPr/>
        </p:nvSpPr>
        <p:spPr>
          <a:xfrm>
            <a:off x="5053494" y="3075612"/>
            <a:ext cx="683700" cy="68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4"/>
          <p:cNvSpPr txBox="1"/>
          <p:nvPr>
            <p:ph idx="4294967295" type="subTitle"/>
          </p:nvPr>
        </p:nvSpPr>
        <p:spPr>
          <a:xfrm>
            <a:off x="1284300" y="1711725"/>
            <a:ext cx="2015700" cy="5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LAUNCH YOUR OWN STARTUP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4"/>
          <p:cNvSpPr txBox="1"/>
          <p:nvPr>
            <p:ph idx="4294967295" type="subTitle"/>
          </p:nvPr>
        </p:nvSpPr>
        <p:spPr>
          <a:xfrm>
            <a:off x="5844000" y="2783100"/>
            <a:ext cx="2574600" cy="1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DEVELOP KEY 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ENTREPRENEURIAL AND CREATIVE SKILLS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34"/>
          <p:cNvSpPr txBox="1"/>
          <p:nvPr>
            <p:ph idx="4294967295" type="subTitle"/>
          </p:nvPr>
        </p:nvSpPr>
        <p:spPr>
          <a:xfrm>
            <a:off x="5844000" y="1510275"/>
            <a:ext cx="2667900" cy="9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WORK ON A FELLOW NORTHWESTERN STUDENT’S STARTUP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34"/>
          <p:cNvSpPr txBox="1"/>
          <p:nvPr>
            <p:ph idx="4294967295" type="subTitle"/>
          </p:nvPr>
        </p:nvSpPr>
        <p:spPr>
          <a:xfrm>
            <a:off x="725400" y="2911225"/>
            <a:ext cx="2574600" cy="10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WORK UNDER A PROVEN 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INDUSTRY</a:t>
            </a: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 STARTUP FOUNDER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6" name="Google Shape;276;p34"/>
          <p:cNvGrpSpPr/>
          <p:nvPr/>
        </p:nvGrpSpPr>
        <p:grpSpPr>
          <a:xfrm>
            <a:off x="3539464" y="3208977"/>
            <a:ext cx="418241" cy="420763"/>
            <a:chOff x="3094217" y="1976585"/>
            <a:chExt cx="350198" cy="350548"/>
          </a:xfrm>
        </p:grpSpPr>
        <p:sp>
          <p:nvSpPr>
            <p:cNvPr id="277" name="Google Shape;277;p34"/>
            <p:cNvSpPr/>
            <p:nvPr/>
          </p:nvSpPr>
          <p:spPr>
            <a:xfrm>
              <a:off x="3094217" y="2129039"/>
              <a:ext cx="131543" cy="197362"/>
            </a:xfrm>
            <a:custGeom>
              <a:rect b="b" l="l" r="r" t="t"/>
              <a:pathLst>
                <a:path extrusionOk="0" h="6201" w="4133">
                  <a:moveTo>
                    <a:pt x="2072" y="345"/>
                  </a:moveTo>
                  <a:cubicBezTo>
                    <a:pt x="2117" y="345"/>
                    <a:pt x="2162" y="348"/>
                    <a:pt x="2203" y="354"/>
                  </a:cubicBezTo>
                  <a:cubicBezTo>
                    <a:pt x="2906" y="414"/>
                    <a:pt x="3454" y="1045"/>
                    <a:pt x="3454" y="1759"/>
                  </a:cubicBezTo>
                  <a:cubicBezTo>
                    <a:pt x="3454" y="2438"/>
                    <a:pt x="3620" y="3069"/>
                    <a:pt x="3751" y="3402"/>
                  </a:cubicBezTo>
                  <a:lnTo>
                    <a:pt x="3751" y="3426"/>
                  </a:lnTo>
                  <a:cubicBezTo>
                    <a:pt x="3608" y="3509"/>
                    <a:pt x="3299" y="3688"/>
                    <a:pt x="2763" y="3807"/>
                  </a:cubicBezTo>
                  <a:lnTo>
                    <a:pt x="2763" y="3759"/>
                  </a:lnTo>
                  <a:lnTo>
                    <a:pt x="2763" y="3438"/>
                  </a:lnTo>
                  <a:cubicBezTo>
                    <a:pt x="2965" y="3319"/>
                    <a:pt x="3144" y="3140"/>
                    <a:pt x="3263" y="2926"/>
                  </a:cubicBezTo>
                  <a:cubicBezTo>
                    <a:pt x="3489" y="2533"/>
                    <a:pt x="3418" y="2021"/>
                    <a:pt x="3073" y="1712"/>
                  </a:cubicBezTo>
                  <a:cubicBezTo>
                    <a:pt x="2834" y="1485"/>
                    <a:pt x="2418" y="1235"/>
                    <a:pt x="1727" y="1235"/>
                  </a:cubicBezTo>
                  <a:cubicBezTo>
                    <a:pt x="1691" y="1235"/>
                    <a:pt x="1644" y="1247"/>
                    <a:pt x="1608" y="1283"/>
                  </a:cubicBezTo>
                  <a:lnTo>
                    <a:pt x="1275" y="1616"/>
                  </a:lnTo>
                  <a:cubicBezTo>
                    <a:pt x="1215" y="1676"/>
                    <a:pt x="1215" y="1783"/>
                    <a:pt x="1275" y="1843"/>
                  </a:cubicBezTo>
                  <a:cubicBezTo>
                    <a:pt x="1304" y="1872"/>
                    <a:pt x="1343" y="1887"/>
                    <a:pt x="1382" y="1887"/>
                  </a:cubicBezTo>
                  <a:cubicBezTo>
                    <a:pt x="1421" y="1887"/>
                    <a:pt x="1459" y="1872"/>
                    <a:pt x="1489" y="1843"/>
                  </a:cubicBezTo>
                  <a:lnTo>
                    <a:pt x="1787" y="1545"/>
                  </a:lnTo>
                  <a:cubicBezTo>
                    <a:pt x="2227" y="1557"/>
                    <a:pt x="2584" y="1700"/>
                    <a:pt x="2846" y="1938"/>
                  </a:cubicBezTo>
                  <a:cubicBezTo>
                    <a:pt x="3073" y="2140"/>
                    <a:pt x="3132" y="2485"/>
                    <a:pt x="2977" y="2747"/>
                  </a:cubicBezTo>
                  <a:cubicBezTo>
                    <a:pt x="2799" y="3081"/>
                    <a:pt x="2441" y="3283"/>
                    <a:pt x="2072" y="3283"/>
                  </a:cubicBezTo>
                  <a:cubicBezTo>
                    <a:pt x="1489" y="3283"/>
                    <a:pt x="1037" y="2831"/>
                    <a:pt x="1037" y="2247"/>
                  </a:cubicBezTo>
                  <a:cubicBezTo>
                    <a:pt x="1037" y="2152"/>
                    <a:pt x="953" y="2081"/>
                    <a:pt x="870" y="2081"/>
                  </a:cubicBezTo>
                  <a:cubicBezTo>
                    <a:pt x="775" y="2081"/>
                    <a:pt x="703" y="2152"/>
                    <a:pt x="703" y="2247"/>
                  </a:cubicBezTo>
                  <a:cubicBezTo>
                    <a:pt x="703" y="2747"/>
                    <a:pt x="989" y="3200"/>
                    <a:pt x="1394" y="3438"/>
                  </a:cubicBezTo>
                  <a:lnTo>
                    <a:pt x="1394" y="3759"/>
                  </a:lnTo>
                  <a:lnTo>
                    <a:pt x="1394" y="3807"/>
                  </a:lnTo>
                  <a:cubicBezTo>
                    <a:pt x="858" y="3688"/>
                    <a:pt x="525" y="3509"/>
                    <a:pt x="394" y="3426"/>
                  </a:cubicBezTo>
                  <a:cubicBezTo>
                    <a:pt x="394" y="3426"/>
                    <a:pt x="382" y="3426"/>
                    <a:pt x="394" y="3402"/>
                  </a:cubicBezTo>
                  <a:cubicBezTo>
                    <a:pt x="525" y="3081"/>
                    <a:pt x="691" y="2438"/>
                    <a:pt x="691" y="1759"/>
                  </a:cubicBezTo>
                  <a:cubicBezTo>
                    <a:pt x="691" y="1045"/>
                    <a:pt x="1239" y="414"/>
                    <a:pt x="1941" y="354"/>
                  </a:cubicBezTo>
                  <a:cubicBezTo>
                    <a:pt x="1983" y="348"/>
                    <a:pt x="2028" y="345"/>
                    <a:pt x="2072" y="345"/>
                  </a:cubicBezTo>
                  <a:close/>
                  <a:moveTo>
                    <a:pt x="2430" y="3581"/>
                  </a:moveTo>
                  <a:lnTo>
                    <a:pt x="2430" y="3783"/>
                  </a:lnTo>
                  <a:cubicBezTo>
                    <a:pt x="2430" y="3974"/>
                    <a:pt x="2537" y="4152"/>
                    <a:pt x="2715" y="4224"/>
                  </a:cubicBezTo>
                  <a:lnTo>
                    <a:pt x="2822" y="4271"/>
                  </a:lnTo>
                  <a:cubicBezTo>
                    <a:pt x="2656" y="4509"/>
                    <a:pt x="2370" y="4676"/>
                    <a:pt x="2072" y="4676"/>
                  </a:cubicBezTo>
                  <a:cubicBezTo>
                    <a:pt x="1775" y="4676"/>
                    <a:pt x="1489" y="4509"/>
                    <a:pt x="1334" y="4271"/>
                  </a:cubicBezTo>
                  <a:lnTo>
                    <a:pt x="1429" y="4224"/>
                  </a:lnTo>
                  <a:cubicBezTo>
                    <a:pt x="1608" y="4140"/>
                    <a:pt x="1715" y="3974"/>
                    <a:pt x="1715" y="3783"/>
                  </a:cubicBezTo>
                  <a:lnTo>
                    <a:pt x="1715" y="3581"/>
                  </a:lnTo>
                  <a:cubicBezTo>
                    <a:pt x="1834" y="3617"/>
                    <a:pt x="1953" y="3628"/>
                    <a:pt x="2072" y="3628"/>
                  </a:cubicBezTo>
                  <a:cubicBezTo>
                    <a:pt x="2191" y="3628"/>
                    <a:pt x="2311" y="3617"/>
                    <a:pt x="2430" y="3581"/>
                  </a:cubicBezTo>
                  <a:close/>
                  <a:moveTo>
                    <a:pt x="2065" y="0"/>
                  </a:moveTo>
                  <a:cubicBezTo>
                    <a:pt x="2010" y="0"/>
                    <a:pt x="1953" y="3"/>
                    <a:pt x="1894" y="9"/>
                  </a:cubicBezTo>
                  <a:cubicBezTo>
                    <a:pt x="1037" y="92"/>
                    <a:pt x="346" y="842"/>
                    <a:pt x="346" y="1735"/>
                  </a:cubicBezTo>
                  <a:cubicBezTo>
                    <a:pt x="346" y="2378"/>
                    <a:pt x="203" y="2962"/>
                    <a:pt x="60" y="3271"/>
                  </a:cubicBezTo>
                  <a:cubicBezTo>
                    <a:pt x="1" y="3426"/>
                    <a:pt x="48" y="3581"/>
                    <a:pt x="179" y="3676"/>
                  </a:cubicBezTo>
                  <a:cubicBezTo>
                    <a:pt x="310" y="3759"/>
                    <a:pt x="584" y="3926"/>
                    <a:pt x="1013" y="4045"/>
                  </a:cubicBezTo>
                  <a:lnTo>
                    <a:pt x="382" y="4379"/>
                  </a:lnTo>
                  <a:cubicBezTo>
                    <a:pt x="144" y="4498"/>
                    <a:pt x="1" y="4712"/>
                    <a:pt x="1" y="4986"/>
                  </a:cubicBezTo>
                  <a:lnTo>
                    <a:pt x="1" y="6045"/>
                  </a:lnTo>
                  <a:cubicBezTo>
                    <a:pt x="1" y="6129"/>
                    <a:pt x="84" y="6200"/>
                    <a:pt x="167" y="6200"/>
                  </a:cubicBezTo>
                  <a:cubicBezTo>
                    <a:pt x="263" y="6200"/>
                    <a:pt x="334" y="6129"/>
                    <a:pt x="334" y="6045"/>
                  </a:cubicBezTo>
                  <a:lnTo>
                    <a:pt x="334" y="4974"/>
                  </a:lnTo>
                  <a:cubicBezTo>
                    <a:pt x="334" y="4831"/>
                    <a:pt x="406" y="4712"/>
                    <a:pt x="525" y="4652"/>
                  </a:cubicBezTo>
                  <a:lnTo>
                    <a:pt x="1037" y="4402"/>
                  </a:lnTo>
                  <a:cubicBezTo>
                    <a:pt x="1239" y="4760"/>
                    <a:pt x="1644" y="4986"/>
                    <a:pt x="2060" y="4986"/>
                  </a:cubicBezTo>
                  <a:cubicBezTo>
                    <a:pt x="2489" y="4986"/>
                    <a:pt x="2882" y="4760"/>
                    <a:pt x="3084" y="4402"/>
                  </a:cubicBezTo>
                  <a:lnTo>
                    <a:pt x="3596" y="4652"/>
                  </a:lnTo>
                  <a:cubicBezTo>
                    <a:pt x="3704" y="4712"/>
                    <a:pt x="3787" y="4831"/>
                    <a:pt x="3787" y="4974"/>
                  </a:cubicBezTo>
                  <a:lnTo>
                    <a:pt x="3787" y="6022"/>
                  </a:lnTo>
                  <a:cubicBezTo>
                    <a:pt x="3787" y="6117"/>
                    <a:pt x="3858" y="6188"/>
                    <a:pt x="3954" y="6188"/>
                  </a:cubicBezTo>
                  <a:cubicBezTo>
                    <a:pt x="4037" y="6188"/>
                    <a:pt x="4108" y="6117"/>
                    <a:pt x="4108" y="6022"/>
                  </a:cubicBezTo>
                  <a:lnTo>
                    <a:pt x="4108" y="4974"/>
                  </a:lnTo>
                  <a:cubicBezTo>
                    <a:pt x="4132" y="4712"/>
                    <a:pt x="3977" y="4474"/>
                    <a:pt x="3739" y="4379"/>
                  </a:cubicBezTo>
                  <a:lnTo>
                    <a:pt x="3096" y="4045"/>
                  </a:lnTo>
                  <a:cubicBezTo>
                    <a:pt x="3537" y="3926"/>
                    <a:pt x="3799" y="3759"/>
                    <a:pt x="3930" y="3676"/>
                  </a:cubicBezTo>
                  <a:cubicBezTo>
                    <a:pt x="4073" y="3581"/>
                    <a:pt x="4108" y="3426"/>
                    <a:pt x="4049" y="3271"/>
                  </a:cubicBezTo>
                  <a:cubicBezTo>
                    <a:pt x="3918" y="2962"/>
                    <a:pt x="3775" y="2378"/>
                    <a:pt x="3775" y="1735"/>
                  </a:cubicBezTo>
                  <a:cubicBezTo>
                    <a:pt x="3775" y="866"/>
                    <a:pt x="3084" y="104"/>
                    <a:pt x="2227" y="9"/>
                  </a:cubicBezTo>
                  <a:cubicBezTo>
                    <a:pt x="2174" y="3"/>
                    <a:pt x="2120" y="0"/>
                    <a:pt x="2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3116592" y="2293778"/>
              <a:ext cx="10630" cy="32241"/>
            </a:xfrm>
            <a:custGeom>
              <a:rect b="b" l="l" r="r" t="t"/>
              <a:pathLst>
                <a:path extrusionOk="0" h="1013" w="334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67" y="1012"/>
                  </a:cubicBezTo>
                  <a:cubicBezTo>
                    <a:pt x="250" y="1012"/>
                    <a:pt x="334" y="941"/>
                    <a:pt x="334" y="846"/>
                  </a:cubicBezTo>
                  <a:lnTo>
                    <a:pt x="334" y="167"/>
                  </a:ln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4"/>
            <p:cNvSpPr/>
            <p:nvPr/>
          </p:nvSpPr>
          <p:spPr>
            <a:xfrm>
              <a:off x="3193519" y="2293778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cubicBezTo>
                    <a:pt x="250" y="1012"/>
                    <a:pt x="322" y="941"/>
                    <a:pt x="322" y="846"/>
                  </a:cubicBezTo>
                  <a:lnTo>
                    <a:pt x="322" y="167"/>
                  </a:lnTo>
                  <a:cubicBezTo>
                    <a:pt x="310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4"/>
            <p:cNvSpPr/>
            <p:nvPr/>
          </p:nvSpPr>
          <p:spPr>
            <a:xfrm>
              <a:off x="3346227" y="2166755"/>
              <a:ext cx="54966" cy="18301"/>
            </a:xfrm>
            <a:custGeom>
              <a:rect b="b" l="l" r="r" t="t"/>
              <a:pathLst>
                <a:path extrusionOk="0" h="575" w="1727">
                  <a:moveTo>
                    <a:pt x="646" y="0"/>
                  </a:moveTo>
                  <a:cubicBezTo>
                    <a:pt x="494" y="0"/>
                    <a:pt x="326" y="15"/>
                    <a:pt x="143" y="50"/>
                  </a:cubicBezTo>
                  <a:cubicBezTo>
                    <a:pt x="60" y="62"/>
                    <a:pt x="0" y="122"/>
                    <a:pt x="0" y="217"/>
                  </a:cubicBezTo>
                  <a:lnTo>
                    <a:pt x="0" y="396"/>
                  </a:lnTo>
                  <a:cubicBezTo>
                    <a:pt x="0" y="479"/>
                    <a:pt x="84" y="550"/>
                    <a:pt x="167" y="550"/>
                  </a:cubicBezTo>
                  <a:cubicBezTo>
                    <a:pt x="262" y="550"/>
                    <a:pt x="334" y="479"/>
                    <a:pt x="334" y="396"/>
                  </a:cubicBezTo>
                  <a:lnTo>
                    <a:pt x="334" y="360"/>
                  </a:lnTo>
                  <a:cubicBezTo>
                    <a:pt x="445" y="344"/>
                    <a:pt x="549" y="338"/>
                    <a:pt x="645" y="338"/>
                  </a:cubicBezTo>
                  <a:cubicBezTo>
                    <a:pt x="845" y="338"/>
                    <a:pt x="1007" y="367"/>
                    <a:pt x="1120" y="407"/>
                  </a:cubicBezTo>
                  <a:cubicBezTo>
                    <a:pt x="1334" y="467"/>
                    <a:pt x="1453" y="538"/>
                    <a:pt x="1453" y="538"/>
                  </a:cubicBezTo>
                  <a:cubicBezTo>
                    <a:pt x="1477" y="550"/>
                    <a:pt x="1512" y="574"/>
                    <a:pt x="1536" y="574"/>
                  </a:cubicBezTo>
                  <a:cubicBezTo>
                    <a:pt x="1584" y="574"/>
                    <a:pt x="1643" y="538"/>
                    <a:pt x="1667" y="491"/>
                  </a:cubicBezTo>
                  <a:cubicBezTo>
                    <a:pt x="1727" y="396"/>
                    <a:pt x="1715" y="288"/>
                    <a:pt x="1643" y="241"/>
                  </a:cubicBezTo>
                  <a:cubicBezTo>
                    <a:pt x="1615" y="231"/>
                    <a:pt x="1258" y="0"/>
                    <a:pt x="6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3302655" y="2134991"/>
              <a:ext cx="141760" cy="192143"/>
            </a:xfrm>
            <a:custGeom>
              <a:rect b="b" l="l" r="r" t="t"/>
              <a:pathLst>
                <a:path extrusionOk="0" h="6037" w="4454">
                  <a:moveTo>
                    <a:pt x="3453" y="334"/>
                  </a:moveTo>
                  <a:lnTo>
                    <a:pt x="3453" y="1132"/>
                  </a:lnTo>
                  <a:cubicBezTo>
                    <a:pt x="3453" y="1263"/>
                    <a:pt x="3429" y="1405"/>
                    <a:pt x="3370" y="1525"/>
                  </a:cubicBezTo>
                  <a:lnTo>
                    <a:pt x="3310" y="1644"/>
                  </a:lnTo>
                  <a:cubicBezTo>
                    <a:pt x="3298" y="1667"/>
                    <a:pt x="3298" y="1691"/>
                    <a:pt x="3298" y="1715"/>
                  </a:cubicBezTo>
                  <a:lnTo>
                    <a:pt x="3298" y="2060"/>
                  </a:lnTo>
                  <a:cubicBezTo>
                    <a:pt x="3274" y="2346"/>
                    <a:pt x="3155" y="2608"/>
                    <a:pt x="2953" y="2799"/>
                  </a:cubicBezTo>
                  <a:cubicBezTo>
                    <a:pt x="2739" y="3001"/>
                    <a:pt x="2477" y="3096"/>
                    <a:pt x="2191" y="3096"/>
                  </a:cubicBezTo>
                  <a:cubicBezTo>
                    <a:pt x="1643" y="3084"/>
                    <a:pt x="1179" y="2596"/>
                    <a:pt x="1179" y="2013"/>
                  </a:cubicBezTo>
                  <a:lnTo>
                    <a:pt x="1179" y="1715"/>
                  </a:lnTo>
                  <a:cubicBezTo>
                    <a:pt x="1179" y="1691"/>
                    <a:pt x="1179" y="1667"/>
                    <a:pt x="1167" y="1644"/>
                  </a:cubicBezTo>
                  <a:lnTo>
                    <a:pt x="1107" y="1525"/>
                  </a:lnTo>
                  <a:cubicBezTo>
                    <a:pt x="1048" y="1405"/>
                    <a:pt x="1012" y="1275"/>
                    <a:pt x="1012" y="1132"/>
                  </a:cubicBezTo>
                  <a:cubicBezTo>
                    <a:pt x="1012" y="691"/>
                    <a:pt x="1369" y="334"/>
                    <a:pt x="1822" y="334"/>
                  </a:cubicBezTo>
                  <a:close/>
                  <a:moveTo>
                    <a:pt x="2762" y="3310"/>
                  </a:moveTo>
                  <a:lnTo>
                    <a:pt x="2762" y="3537"/>
                  </a:lnTo>
                  <a:cubicBezTo>
                    <a:pt x="2762" y="3572"/>
                    <a:pt x="2774" y="3620"/>
                    <a:pt x="2774" y="3680"/>
                  </a:cubicBezTo>
                  <a:lnTo>
                    <a:pt x="2239" y="4096"/>
                  </a:lnTo>
                  <a:lnTo>
                    <a:pt x="1691" y="3680"/>
                  </a:lnTo>
                  <a:cubicBezTo>
                    <a:pt x="1703" y="3632"/>
                    <a:pt x="1703" y="3584"/>
                    <a:pt x="1703" y="3537"/>
                  </a:cubicBezTo>
                  <a:lnTo>
                    <a:pt x="1703" y="3310"/>
                  </a:lnTo>
                  <a:cubicBezTo>
                    <a:pt x="1846" y="3370"/>
                    <a:pt x="2012" y="3406"/>
                    <a:pt x="2191" y="3406"/>
                  </a:cubicBezTo>
                  <a:lnTo>
                    <a:pt x="2239" y="3406"/>
                  </a:lnTo>
                  <a:cubicBezTo>
                    <a:pt x="2417" y="3406"/>
                    <a:pt x="2596" y="3382"/>
                    <a:pt x="2762" y="3310"/>
                  </a:cubicBezTo>
                  <a:close/>
                  <a:moveTo>
                    <a:pt x="1822" y="1"/>
                  </a:moveTo>
                  <a:cubicBezTo>
                    <a:pt x="1191" y="1"/>
                    <a:pt x="703" y="513"/>
                    <a:pt x="703" y="1120"/>
                  </a:cubicBezTo>
                  <a:cubicBezTo>
                    <a:pt x="703" y="1298"/>
                    <a:pt x="750" y="1489"/>
                    <a:pt x="822" y="1656"/>
                  </a:cubicBezTo>
                  <a:lnTo>
                    <a:pt x="869" y="1751"/>
                  </a:lnTo>
                  <a:lnTo>
                    <a:pt x="869" y="2001"/>
                  </a:lnTo>
                  <a:cubicBezTo>
                    <a:pt x="869" y="2441"/>
                    <a:pt x="1072" y="2846"/>
                    <a:pt x="1381" y="3096"/>
                  </a:cubicBezTo>
                  <a:lnTo>
                    <a:pt x="1381" y="3537"/>
                  </a:lnTo>
                  <a:cubicBezTo>
                    <a:pt x="1381" y="3608"/>
                    <a:pt x="1346" y="3680"/>
                    <a:pt x="1274" y="3703"/>
                  </a:cubicBezTo>
                  <a:lnTo>
                    <a:pt x="453" y="4025"/>
                  </a:lnTo>
                  <a:cubicBezTo>
                    <a:pt x="179" y="4132"/>
                    <a:pt x="0" y="4382"/>
                    <a:pt x="0" y="4668"/>
                  </a:cubicBezTo>
                  <a:lnTo>
                    <a:pt x="0" y="5858"/>
                  </a:lnTo>
                  <a:cubicBezTo>
                    <a:pt x="0" y="5942"/>
                    <a:pt x="83" y="6013"/>
                    <a:pt x="167" y="6013"/>
                  </a:cubicBezTo>
                  <a:cubicBezTo>
                    <a:pt x="262" y="6013"/>
                    <a:pt x="334" y="5942"/>
                    <a:pt x="334" y="5858"/>
                  </a:cubicBezTo>
                  <a:lnTo>
                    <a:pt x="334" y="4668"/>
                  </a:lnTo>
                  <a:cubicBezTo>
                    <a:pt x="334" y="4513"/>
                    <a:pt x="417" y="4382"/>
                    <a:pt x="560" y="4334"/>
                  </a:cubicBezTo>
                  <a:lnTo>
                    <a:pt x="1369" y="4025"/>
                  </a:lnTo>
                  <a:cubicBezTo>
                    <a:pt x="1417" y="4001"/>
                    <a:pt x="1465" y="3977"/>
                    <a:pt x="1488" y="3965"/>
                  </a:cubicBezTo>
                  <a:lnTo>
                    <a:pt x="2060" y="4394"/>
                  </a:lnTo>
                  <a:lnTo>
                    <a:pt x="2060" y="5870"/>
                  </a:lnTo>
                  <a:cubicBezTo>
                    <a:pt x="2060" y="5954"/>
                    <a:pt x="2131" y="6037"/>
                    <a:pt x="2215" y="6037"/>
                  </a:cubicBezTo>
                  <a:cubicBezTo>
                    <a:pt x="2310" y="6037"/>
                    <a:pt x="2381" y="5954"/>
                    <a:pt x="2381" y="5870"/>
                  </a:cubicBezTo>
                  <a:lnTo>
                    <a:pt x="2381" y="4394"/>
                  </a:lnTo>
                  <a:lnTo>
                    <a:pt x="2953" y="3965"/>
                  </a:lnTo>
                  <a:cubicBezTo>
                    <a:pt x="2977" y="3989"/>
                    <a:pt x="3024" y="4013"/>
                    <a:pt x="3072" y="4025"/>
                  </a:cubicBezTo>
                  <a:lnTo>
                    <a:pt x="3882" y="4334"/>
                  </a:lnTo>
                  <a:cubicBezTo>
                    <a:pt x="4024" y="4382"/>
                    <a:pt x="4108" y="4513"/>
                    <a:pt x="4108" y="4668"/>
                  </a:cubicBezTo>
                  <a:lnTo>
                    <a:pt x="4108" y="5858"/>
                  </a:lnTo>
                  <a:cubicBezTo>
                    <a:pt x="4108" y="5942"/>
                    <a:pt x="4179" y="6013"/>
                    <a:pt x="4274" y="6013"/>
                  </a:cubicBezTo>
                  <a:cubicBezTo>
                    <a:pt x="4358" y="6013"/>
                    <a:pt x="4441" y="5942"/>
                    <a:pt x="4441" y="5858"/>
                  </a:cubicBezTo>
                  <a:lnTo>
                    <a:pt x="4441" y="4668"/>
                  </a:lnTo>
                  <a:cubicBezTo>
                    <a:pt x="4453" y="4382"/>
                    <a:pt x="4274" y="4108"/>
                    <a:pt x="4024" y="4025"/>
                  </a:cubicBezTo>
                  <a:lnTo>
                    <a:pt x="3203" y="3703"/>
                  </a:lnTo>
                  <a:cubicBezTo>
                    <a:pt x="3131" y="3680"/>
                    <a:pt x="3084" y="3620"/>
                    <a:pt x="3084" y="3537"/>
                  </a:cubicBezTo>
                  <a:lnTo>
                    <a:pt x="3084" y="3108"/>
                  </a:lnTo>
                  <a:cubicBezTo>
                    <a:pt x="3120" y="3084"/>
                    <a:pt x="3155" y="3060"/>
                    <a:pt x="3191" y="3025"/>
                  </a:cubicBezTo>
                  <a:cubicBezTo>
                    <a:pt x="3453" y="2775"/>
                    <a:pt x="3608" y="2418"/>
                    <a:pt x="3608" y="2037"/>
                  </a:cubicBezTo>
                  <a:lnTo>
                    <a:pt x="3608" y="1727"/>
                  </a:lnTo>
                  <a:lnTo>
                    <a:pt x="3655" y="1644"/>
                  </a:lnTo>
                  <a:cubicBezTo>
                    <a:pt x="3739" y="1477"/>
                    <a:pt x="3774" y="1298"/>
                    <a:pt x="3774" y="1108"/>
                  </a:cubicBezTo>
                  <a:lnTo>
                    <a:pt x="3774" y="167"/>
                  </a:lnTo>
                  <a:cubicBezTo>
                    <a:pt x="3774" y="84"/>
                    <a:pt x="3691" y="1"/>
                    <a:pt x="36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3330313" y="2288463"/>
              <a:ext cx="10248" cy="37938"/>
            </a:xfrm>
            <a:custGeom>
              <a:rect b="b" l="l" r="r" t="t"/>
              <a:pathLst>
                <a:path extrusionOk="0" h="1192" w="32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72" y="1191"/>
                    <a:pt x="167" y="1191"/>
                  </a:cubicBezTo>
                  <a:cubicBezTo>
                    <a:pt x="250" y="1191"/>
                    <a:pt x="322" y="1120"/>
                    <a:pt x="322" y="1036"/>
                  </a:cubicBezTo>
                  <a:lnTo>
                    <a:pt x="322" y="167"/>
                  </a:lnTo>
                  <a:cubicBezTo>
                    <a:pt x="310" y="84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3406859" y="2288463"/>
              <a:ext cx="10630" cy="37938"/>
            </a:xfrm>
            <a:custGeom>
              <a:rect b="b" l="l" r="r" t="t"/>
              <a:pathLst>
                <a:path extrusionOk="0" h="1192" w="334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lnTo>
                    <a:pt x="0" y="1036"/>
                  </a:lnTo>
                  <a:cubicBezTo>
                    <a:pt x="0" y="1120"/>
                    <a:pt x="84" y="1191"/>
                    <a:pt x="167" y="1191"/>
                  </a:cubicBezTo>
                  <a:cubicBezTo>
                    <a:pt x="262" y="1191"/>
                    <a:pt x="334" y="1120"/>
                    <a:pt x="334" y="1036"/>
                  </a:cubicBezTo>
                  <a:lnTo>
                    <a:pt x="334" y="167"/>
                  </a:lnTo>
                  <a:cubicBezTo>
                    <a:pt x="322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3149183" y="1976585"/>
              <a:ext cx="219419" cy="183072"/>
            </a:xfrm>
            <a:custGeom>
              <a:rect b="b" l="l" r="r" t="t"/>
              <a:pathLst>
                <a:path extrusionOk="0" h="5752" w="6894">
                  <a:moveTo>
                    <a:pt x="2369" y="4108"/>
                  </a:moveTo>
                  <a:lnTo>
                    <a:pt x="2286" y="4466"/>
                  </a:lnTo>
                  <a:lnTo>
                    <a:pt x="2060" y="4466"/>
                  </a:lnTo>
                  <a:cubicBezTo>
                    <a:pt x="1869" y="4466"/>
                    <a:pt x="1703" y="4299"/>
                    <a:pt x="1703" y="4108"/>
                  </a:cubicBezTo>
                  <a:close/>
                  <a:moveTo>
                    <a:pt x="5513" y="310"/>
                  </a:moveTo>
                  <a:cubicBezTo>
                    <a:pt x="5703" y="310"/>
                    <a:pt x="5870" y="477"/>
                    <a:pt x="5870" y="667"/>
                  </a:cubicBezTo>
                  <a:lnTo>
                    <a:pt x="5870" y="3418"/>
                  </a:lnTo>
                  <a:cubicBezTo>
                    <a:pt x="5870" y="3608"/>
                    <a:pt x="5703" y="3775"/>
                    <a:pt x="5513" y="3775"/>
                  </a:cubicBezTo>
                  <a:lnTo>
                    <a:pt x="4132" y="3775"/>
                  </a:lnTo>
                  <a:cubicBezTo>
                    <a:pt x="4096" y="3775"/>
                    <a:pt x="4048" y="3787"/>
                    <a:pt x="4036" y="3811"/>
                  </a:cubicBezTo>
                  <a:lnTo>
                    <a:pt x="2500" y="4918"/>
                  </a:lnTo>
                  <a:lnTo>
                    <a:pt x="2739" y="3966"/>
                  </a:lnTo>
                  <a:cubicBezTo>
                    <a:pt x="2762" y="3930"/>
                    <a:pt x="2739" y="3870"/>
                    <a:pt x="2715" y="3835"/>
                  </a:cubicBezTo>
                  <a:cubicBezTo>
                    <a:pt x="2679" y="3787"/>
                    <a:pt x="2643" y="3775"/>
                    <a:pt x="2584" y="3775"/>
                  </a:cubicBezTo>
                  <a:lnTo>
                    <a:pt x="691" y="3775"/>
                  </a:lnTo>
                  <a:cubicBezTo>
                    <a:pt x="500" y="3775"/>
                    <a:pt x="333" y="3608"/>
                    <a:pt x="333" y="3418"/>
                  </a:cubicBezTo>
                  <a:lnTo>
                    <a:pt x="333" y="667"/>
                  </a:lnTo>
                  <a:cubicBezTo>
                    <a:pt x="333" y="477"/>
                    <a:pt x="500" y="310"/>
                    <a:pt x="691" y="310"/>
                  </a:cubicBezTo>
                  <a:close/>
                  <a:moveTo>
                    <a:pt x="6215" y="989"/>
                  </a:moveTo>
                  <a:cubicBezTo>
                    <a:pt x="6406" y="989"/>
                    <a:pt x="6572" y="1156"/>
                    <a:pt x="6572" y="1346"/>
                  </a:cubicBezTo>
                  <a:lnTo>
                    <a:pt x="6572" y="4108"/>
                  </a:lnTo>
                  <a:lnTo>
                    <a:pt x="6549" y="4108"/>
                  </a:lnTo>
                  <a:cubicBezTo>
                    <a:pt x="6549" y="4299"/>
                    <a:pt x="6394" y="4466"/>
                    <a:pt x="6191" y="4466"/>
                  </a:cubicBezTo>
                  <a:lnTo>
                    <a:pt x="4810" y="4466"/>
                  </a:lnTo>
                  <a:cubicBezTo>
                    <a:pt x="4763" y="4466"/>
                    <a:pt x="4727" y="4477"/>
                    <a:pt x="4691" y="4513"/>
                  </a:cubicBezTo>
                  <a:cubicBezTo>
                    <a:pt x="4667" y="4549"/>
                    <a:pt x="4644" y="4608"/>
                    <a:pt x="4667" y="4656"/>
                  </a:cubicBezTo>
                  <a:lnTo>
                    <a:pt x="4763" y="5323"/>
                  </a:lnTo>
                  <a:lnTo>
                    <a:pt x="3596" y="4537"/>
                  </a:lnTo>
                  <a:lnTo>
                    <a:pt x="4191" y="4096"/>
                  </a:lnTo>
                  <a:lnTo>
                    <a:pt x="5513" y="4096"/>
                  </a:lnTo>
                  <a:cubicBezTo>
                    <a:pt x="5882" y="4096"/>
                    <a:pt x="6191" y="3799"/>
                    <a:pt x="6191" y="3418"/>
                  </a:cubicBezTo>
                  <a:lnTo>
                    <a:pt x="6191" y="989"/>
                  </a:lnTo>
                  <a:close/>
                  <a:moveTo>
                    <a:pt x="691" y="1"/>
                  </a:moveTo>
                  <a:cubicBezTo>
                    <a:pt x="322" y="1"/>
                    <a:pt x="0" y="298"/>
                    <a:pt x="0" y="679"/>
                  </a:cubicBezTo>
                  <a:lnTo>
                    <a:pt x="0" y="3430"/>
                  </a:lnTo>
                  <a:cubicBezTo>
                    <a:pt x="0" y="3811"/>
                    <a:pt x="298" y="4120"/>
                    <a:pt x="691" y="4120"/>
                  </a:cubicBezTo>
                  <a:lnTo>
                    <a:pt x="1393" y="4120"/>
                  </a:lnTo>
                  <a:lnTo>
                    <a:pt x="1393" y="4132"/>
                  </a:lnTo>
                  <a:cubicBezTo>
                    <a:pt x="1393" y="4501"/>
                    <a:pt x="1691" y="4823"/>
                    <a:pt x="2072" y="4823"/>
                  </a:cubicBezTo>
                  <a:lnTo>
                    <a:pt x="2203" y="4823"/>
                  </a:lnTo>
                  <a:lnTo>
                    <a:pt x="2143" y="5073"/>
                  </a:lnTo>
                  <a:cubicBezTo>
                    <a:pt x="2119" y="5180"/>
                    <a:pt x="2167" y="5275"/>
                    <a:pt x="2250" y="5335"/>
                  </a:cubicBezTo>
                  <a:cubicBezTo>
                    <a:pt x="2298" y="5370"/>
                    <a:pt x="2346" y="5382"/>
                    <a:pt x="2381" y="5382"/>
                  </a:cubicBezTo>
                  <a:cubicBezTo>
                    <a:pt x="2429" y="5382"/>
                    <a:pt x="2489" y="5370"/>
                    <a:pt x="2536" y="5335"/>
                  </a:cubicBezTo>
                  <a:lnTo>
                    <a:pt x="3251" y="4823"/>
                  </a:lnTo>
                  <a:lnTo>
                    <a:pt x="3417" y="4823"/>
                  </a:lnTo>
                  <a:lnTo>
                    <a:pt x="4751" y="5716"/>
                  </a:lnTo>
                  <a:cubicBezTo>
                    <a:pt x="4798" y="5740"/>
                    <a:pt x="4846" y="5751"/>
                    <a:pt x="4882" y="5751"/>
                  </a:cubicBezTo>
                  <a:cubicBezTo>
                    <a:pt x="4929" y="5751"/>
                    <a:pt x="4977" y="5740"/>
                    <a:pt x="5025" y="5716"/>
                  </a:cubicBezTo>
                  <a:cubicBezTo>
                    <a:pt x="5108" y="5656"/>
                    <a:pt x="5144" y="5561"/>
                    <a:pt x="5120" y="5454"/>
                  </a:cubicBezTo>
                  <a:lnTo>
                    <a:pt x="5025" y="4799"/>
                  </a:lnTo>
                  <a:lnTo>
                    <a:pt x="6215" y="4799"/>
                  </a:lnTo>
                  <a:cubicBezTo>
                    <a:pt x="6584" y="4799"/>
                    <a:pt x="6894" y="4501"/>
                    <a:pt x="6894" y="4120"/>
                  </a:cubicBezTo>
                  <a:lnTo>
                    <a:pt x="6894" y="1370"/>
                  </a:lnTo>
                  <a:cubicBezTo>
                    <a:pt x="6870" y="977"/>
                    <a:pt x="6572" y="679"/>
                    <a:pt x="6191" y="679"/>
                  </a:cubicBezTo>
                  <a:cubicBezTo>
                    <a:pt x="6179" y="298"/>
                    <a:pt x="5882" y="1"/>
                    <a:pt x="55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3187822" y="2009177"/>
              <a:ext cx="26926" cy="10280"/>
            </a:xfrm>
            <a:custGeom>
              <a:rect b="b" l="l" r="r" t="t"/>
              <a:pathLst>
                <a:path extrusionOk="0" h="323" w="846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1"/>
                    <a:pt x="846" y="167"/>
                  </a:cubicBezTo>
                  <a:cubicBezTo>
                    <a:pt x="846" y="72"/>
                    <a:pt x="774" y="1"/>
                    <a:pt x="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3226110" y="2009177"/>
              <a:ext cx="81478" cy="10280"/>
            </a:xfrm>
            <a:custGeom>
              <a:rect b="b" l="l" r="r" t="t"/>
              <a:pathLst>
                <a:path extrusionOk="0" h="323" w="256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393" y="322"/>
                  </a:lnTo>
                  <a:cubicBezTo>
                    <a:pt x="2488" y="322"/>
                    <a:pt x="2560" y="251"/>
                    <a:pt x="2560" y="167"/>
                  </a:cubicBezTo>
                  <a:cubicBezTo>
                    <a:pt x="2560" y="72"/>
                    <a:pt x="2488" y="1"/>
                    <a:pt x="2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3187822" y="2036453"/>
              <a:ext cx="119767" cy="10662"/>
            </a:xfrm>
            <a:custGeom>
              <a:rect b="b" l="l" r="r" t="t"/>
              <a:pathLst>
                <a:path extrusionOk="0" h="335" w="3763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3596" y="334"/>
                  </a:lnTo>
                  <a:cubicBezTo>
                    <a:pt x="3691" y="334"/>
                    <a:pt x="3763" y="263"/>
                    <a:pt x="3763" y="168"/>
                  </a:cubicBezTo>
                  <a:cubicBezTo>
                    <a:pt x="3763" y="84"/>
                    <a:pt x="3691" y="1"/>
                    <a:pt x="35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3187822" y="2064143"/>
              <a:ext cx="81510" cy="10248"/>
            </a:xfrm>
            <a:custGeom>
              <a:rect b="b" l="l" r="r" t="t"/>
              <a:pathLst>
                <a:path extrusionOk="0" h="322" w="2561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2394" y="322"/>
                  </a:lnTo>
                  <a:cubicBezTo>
                    <a:pt x="2477" y="322"/>
                    <a:pt x="2560" y="250"/>
                    <a:pt x="2560" y="167"/>
                  </a:cubicBezTo>
                  <a:cubicBezTo>
                    <a:pt x="2560" y="72"/>
                    <a:pt x="2477" y="0"/>
                    <a:pt x="23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3280663" y="2064143"/>
              <a:ext cx="26926" cy="10248"/>
            </a:xfrm>
            <a:custGeom>
              <a:rect b="b" l="l" r="r" t="t"/>
              <a:pathLst>
                <a:path extrusionOk="0" h="322" w="846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679" y="322"/>
                  </a:lnTo>
                  <a:cubicBezTo>
                    <a:pt x="774" y="322"/>
                    <a:pt x="846" y="250"/>
                    <a:pt x="846" y="167"/>
                  </a:cubicBezTo>
                  <a:cubicBezTo>
                    <a:pt x="846" y="72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34"/>
          <p:cNvGrpSpPr/>
          <p:nvPr/>
        </p:nvGrpSpPr>
        <p:grpSpPr>
          <a:xfrm>
            <a:off x="3519286" y="1839033"/>
            <a:ext cx="419724" cy="415262"/>
            <a:chOff x="1754279" y="4286593"/>
            <a:chExt cx="351439" cy="345965"/>
          </a:xfrm>
        </p:grpSpPr>
        <p:sp>
          <p:nvSpPr>
            <p:cNvPr id="291" name="Google Shape;291;p34"/>
            <p:cNvSpPr/>
            <p:nvPr/>
          </p:nvSpPr>
          <p:spPr>
            <a:xfrm>
              <a:off x="1799379" y="4550857"/>
              <a:ext cx="28422" cy="27117"/>
            </a:xfrm>
            <a:custGeom>
              <a:rect b="b" l="l" r="r" t="t"/>
              <a:pathLst>
                <a:path extrusionOk="0" h="852" w="893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1833084" y="4584594"/>
              <a:ext cx="27690" cy="27117"/>
            </a:xfrm>
            <a:custGeom>
              <a:rect b="b" l="l" r="r" t="t"/>
              <a:pathLst>
                <a:path extrusionOk="0" h="852" w="87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1816407" y="4567917"/>
              <a:ext cx="28072" cy="27117"/>
            </a:xfrm>
            <a:custGeom>
              <a:rect b="b" l="l" r="r" t="t"/>
              <a:pathLst>
                <a:path extrusionOk="0" h="852" w="882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1754279" y="4286593"/>
              <a:ext cx="351439" cy="345965"/>
            </a:xfrm>
            <a:custGeom>
              <a:rect b="b" l="l" r="r" t="t"/>
              <a:pathLst>
                <a:path extrusionOk="0" h="10870" w="11042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1951705" y="4367117"/>
              <a:ext cx="86062" cy="65437"/>
            </a:xfrm>
            <a:custGeom>
              <a:rect b="b" l="l" r="r" t="t"/>
              <a:pathLst>
                <a:path extrusionOk="0" h="2056" w="2704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34"/>
          <p:cNvSpPr/>
          <p:nvPr/>
        </p:nvSpPr>
        <p:spPr>
          <a:xfrm>
            <a:off x="5197101" y="1829773"/>
            <a:ext cx="434695" cy="433789"/>
          </a:xfrm>
          <a:custGeom>
            <a:rect b="b" l="l" r="r" t="t"/>
            <a:pathLst>
              <a:path extrusionOk="0" h="11408" w="11490">
                <a:moveTo>
                  <a:pt x="9311" y="394"/>
                </a:moveTo>
                <a:lnTo>
                  <a:pt x="11073" y="2144"/>
                </a:lnTo>
                <a:lnTo>
                  <a:pt x="10537" y="2680"/>
                </a:lnTo>
                <a:lnTo>
                  <a:pt x="10513" y="2668"/>
                </a:lnTo>
                <a:lnTo>
                  <a:pt x="8799" y="942"/>
                </a:lnTo>
                <a:lnTo>
                  <a:pt x="9311" y="394"/>
                </a:lnTo>
                <a:close/>
                <a:moveTo>
                  <a:pt x="2846" y="1299"/>
                </a:moveTo>
                <a:lnTo>
                  <a:pt x="3000" y="1465"/>
                </a:lnTo>
                <a:cubicBezTo>
                  <a:pt x="3228" y="1693"/>
                  <a:pt x="3531" y="1812"/>
                  <a:pt x="3838" y="1812"/>
                </a:cubicBezTo>
                <a:cubicBezTo>
                  <a:pt x="3852" y="1812"/>
                  <a:pt x="3867" y="1811"/>
                  <a:pt x="3881" y="1811"/>
                </a:cubicBezTo>
                <a:cubicBezTo>
                  <a:pt x="4524" y="1775"/>
                  <a:pt x="5334" y="1704"/>
                  <a:pt x="5763" y="1596"/>
                </a:cubicBezTo>
                <a:cubicBezTo>
                  <a:pt x="5775" y="1608"/>
                  <a:pt x="5798" y="1656"/>
                  <a:pt x="5834" y="1692"/>
                </a:cubicBezTo>
                <a:cubicBezTo>
                  <a:pt x="5858" y="1835"/>
                  <a:pt x="5798" y="1989"/>
                  <a:pt x="5667" y="2073"/>
                </a:cubicBezTo>
                <a:lnTo>
                  <a:pt x="4715" y="2466"/>
                </a:lnTo>
                <a:cubicBezTo>
                  <a:pt x="4655" y="2477"/>
                  <a:pt x="4632" y="2537"/>
                  <a:pt x="4608" y="2585"/>
                </a:cubicBezTo>
                <a:cubicBezTo>
                  <a:pt x="4596" y="2644"/>
                  <a:pt x="4608" y="2704"/>
                  <a:pt x="4655" y="2728"/>
                </a:cubicBezTo>
                <a:lnTo>
                  <a:pt x="5513" y="3597"/>
                </a:lnTo>
                <a:lnTo>
                  <a:pt x="5227" y="3894"/>
                </a:lnTo>
                <a:lnTo>
                  <a:pt x="4929" y="3597"/>
                </a:lnTo>
                <a:cubicBezTo>
                  <a:pt x="4899" y="3567"/>
                  <a:pt x="4852" y="3552"/>
                  <a:pt x="4806" y="3552"/>
                </a:cubicBezTo>
                <a:cubicBezTo>
                  <a:pt x="4760" y="3552"/>
                  <a:pt x="4715" y="3567"/>
                  <a:pt x="4691" y="3597"/>
                </a:cubicBezTo>
                <a:cubicBezTo>
                  <a:pt x="4632" y="3656"/>
                  <a:pt x="4632" y="3775"/>
                  <a:pt x="4691" y="3835"/>
                </a:cubicBezTo>
                <a:lnTo>
                  <a:pt x="4989" y="4132"/>
                </a:lnTo>
                <a:lnTo>
                  <a:pt x="4691" y="4430"/>
                </a:lnTo>
                <a:lnTo>
                  <a:pt x="4191" y="3930"/>
                </a:lnTo>
                <a:cubicBezTo>
                  <a:pt x="4161" y="3900"/>
                  <a:pt x="4117" y="3885"/>
                  <a:pt x="4072" y="3885"/>
                </a:cubicBezTo>
                <a:cubicBezTo>
                  <a:pt x="4027" y="3885"/>
                  <a:pt x="3983" y="3900"/>
                  <a:pt x="3953" y="3930"/>
                </a:cubicBezTo>
                <a:cubicBezTo>
                  <a:pt x="3893" y="3990"/>
                  <a:pt x="3893" y="4109"/>
                  <a:pt x="3953" y="4168"/>
                </a:cubicBezTo>
                <a:lnTo>
                  <a:pt x="4441" y="4668"/>
                </a:lnTo>
                <a:lnTo>
                  <a:pt x="4143" y="4966"/>
                </a:lnTo>
                <a:lnTo>
                  <a:pt x="3846" y="4668"/>
                </a:lnTo>
                <a:cubicBezTo>
                  <a:pt x="3822" y="4638"/>
                  <a:pt x="3777" y="4624"/>
                  <a:pt x="3731" y="4624"/>
                </a:cubicBezTo>
                <a:cubicBezTo>
                  <a:pt x="3685" y="4624"/>
                  <a:pt x="3637" y="4638"/>
                  <a:pt x="3608" y="4668"/>
                </a:cubicBezTo>
                <a:cubicBezTo>
                  <a:pt x="3548" y="4728"/>
                  <a:pt x="3548" y="4847"/>
                  <a:pt x="3608" y="4906"/>
                </a:cubicBezTo>
                <a:lnTo>
                  <a:pt x="3905" y="5204"/>
                </a:lnTo>
                <a:lnTo>
                  <a:pt x="3608" y="5502"/>
                </a:lnTo>
                <a:lnTo>
                  <a:pt x="1976" y="3859"/>
                </a:lnTo>
                <a:cubicBezTo>
                  <a:pt x="1929" y="3811"/>
                  <a:pt x="1881" y="3751"/>
                  <a:pt x="1857" y="3680"/>
                </a:cubicBezTo>
                <a:cubicBezTo>
                  <a:pt x="1822" y="3620"/>
                  <a:pt x="1810" y="3549"/>
                  <a:pt x="1810" y="3478"/>
                </a:cubicBezTo>
                <a:cubicBezTo>
                  <a:pt x="1798" y="3335"/>
                  <a:pt x="1750" y="3216"/>
                  <a:pt x="1667" y="3132"/>
                </a:cubicBezTo>
                <a:lnTo>
                  <a:pt x="1334" y="2799"/>
                </a:lnTo>
                <a:lnTo>
                  <a:pt x="2846" y="1299"/>
                </a:lnTo>
                <a:close/>
                <a:moveTo>
                  <a:pt x="7882" y="5954"/>
                </a:moveTo>
                <a:lnTo>
                  <a:pt x="9525" y="7597"/>
                </a:lnTo>
                <a:cubicBezTo>
                  <a:pt x="9620" y="7704"/>
                  <a:pt x="9680" y="7835"/>
                  <a:pt x="9680" y="7966"/>
                </a:cubicBezTo>
                <a:cubicBezTo>
                  <a:pt x="9680" y="8026"/>
                  <a:pt x="9704" y="8085"/>
                  <a:pt x="9727" y="8145"/>
                </a:cubicBezTo>
                <a:cubicBezTo>
                  <a:pt x="9763" y="8204"/>
                  <a:pt x="9787" y="8252"/>
                  <a:pt x="9835" y="8300"/>
                </a:cubicBezTo>
                <a:lnTo>
                  <a:pt x="10156" y="8621"/>
                </a:lnTo>
                <a:lnTo>
                  <a:pt x="8680" y="10145"/>
                </a:lnTo>
                <a:lnTo>
                  <a:pt x="8513" y="9978"/>
                </a:lnTo>
                <a:cubicBezTo>
                  <a:pt x="8286" y="9751"/>
                  <a:pt x="7993" y="9632"/>
                  <a:pt x="7677" y="9632"/>
                </a:cubicBezTo>
                <a:cubicBezTo>
                  <a:pt x="7662" y="9632"/>
                  <a:pt x="7647" y="9633"/>
                  <a:pt x="7632" y="9633"/>
                </a:cubicBezTo>
                <a:cubicBezTo>
                  <a:pt x="6989" y="9669"/>
                  <a:pt x="6179" y="9740"/>
                  <a:pt x="5763" y="9847"/>
                </a:cubicBezTo>
                <a:cubicBezTo>
                  <a:pt x="5739" y="9824"/>
                  <a:pt x="5715" y="9788"/>
                  <a:pt x="5679" y="9752"/>
                </a:cubicBezTo>
                <a:cubicBezTo>
                  <a:pt x="5656" y="9609"/>
                  <a:pt x="5715" y="9455"/>
                  <a:pt x="5846" y="9371"/>
                </a:cubicBezTo>
                <a:lnTo>
                  <a:pt x="6799" y="8978"/>
                </a:lnTo>
                <a:cubicBezTo>
                  <a:pt x="6858" y="8966"/>
                  <a:pt x="6894" y="8907"/>
                  <a:pt x="6906" y="8859"/>
                </a:cubicBezTo>
                <a:cubicBezTo>
                  <a:pt x="6918" y="8800"/>
                  <a:pt x="6906" y="8740"/>
                  <a:pt x="6858" y="8716"/>
                </a:cubicBezTo>
                <a:lnTo>
                  <a:pt x="6001" y="7847"/>
                </a:lnTo>
                <a:lnTo>
                  <a:pt x="6298" y="7550"/>
                </a:lnTo>
                <a:lnTo>
                  <a:pt x="6596" y="7847"/>
                </a:lnTo>
                <a:cubicBezTo>
                  <a:pt x="6620" y="7883"/>
                  <a:pt x="6668" y="7895"/>
                  <a:pt x="6715" y="7895"/>
                </a:cubicBezTo>
                <a:cubicBezTo>
                  <a:pt x="6751" y="7895"/>
                  <a:pt x="6799" y="7883"/>
                  <a:pt x="6834" y="7847"/>
                </a:cubicBezTo>
                <a:cubicBezTo>
                  <a:pt x="6894" y="7788"/>
                  <a:pt x="6894" y="7669"/>
                  <a:pt x="6834" y="7609"/>
                </a:cubicBezTo>
                <a:lnTo>
                  <a:pt x="6537" y="7311"/>
                </a:lnTo>
                <a:lnTo>
                  <a:pt x="6834" y="7014"/>
                </a:lnTo>
                <a:lnTo>
                  <a:pt x="7322" y="7502"/>
                </a:lnTo>
                <a:cubicBezTo>
                  <a:pt x="7346" y="7538"/>
                  <a:pt x="7394" y="7550"/>
                  <a:pt x="7441" y="7550"/>
                </a:cubicBezTo>
                <a:cubicBezTo>
                  <a:pt x="7477" y="7550"/>
                  <a:pt x="7525" y="7538"/>
                  <a:pt x="7561" y="7502"/>
                </a:cubicBezTo>
                <a:cubicBezTo>
                  <a:pt x="7620" y="7442"/>
                  <a:pt x="7620" y="7323"/>
                  <a:pt x="7561" y="7264"/>
                </a:cubicBezTo>
                <a:lnTo>
                  <a:pt x="7072" y="6776"/>
                </a:lnTo>
                <a:lnTo>
                  <a:pt x="7263" y="6585"/>
                </a:lnTo>
                <a:lnTo>
                  <a:pt x="7346" y="6490"/>
                </a:lnTo>
                <a:lnTo>
                  <a:pt x="7644" y="6788"/>
                </a:lnTo>
                <a:cubicBezTo>
                  <a:pt x="7680" y="6823"/>
                  <a:pt x="7715" y="6835"/>
                  <a:pt x="7763" y="6835"/>
                </a:cubicBezTo>
                <a:cubicBezTo>
                  <a:pt x="7811" y="6835"/>
                  <a:pt x="7858" y="6823"/>
                  <a:pt x="7882" y="6788"/>
                </a:cubicBezTo>
                <a:cubicBezTo>
                  <a:pt x="7942" y="6728"/>
                  <a:pt x="7942" y="6609"/>
                  <a:pt x="7882" y="6549"/>
                </a:cubicBezTo>
                <a:lnTo>
                  <a:pt x="7584" y="6252"/>
                </a:lnTo>
                <a:lnTo>
                  <a:pt x="7882" y="5954"/>
                </a:lnTo>
                <a:close/>
                <a:moveTo>
                  <a:pt x="964" y="8752"/>
                </a:moveTo>
                <a:lnTo>
                  <a:pt x="976" y="8776"/>
                </a:lnTo>
                <a:lnTo>
                  <a:pt x="2703" y="10502"/>
                </a:lnTo>
                <a:lnTo>
                  <a:pt x="2191" y="11050"/>
                </a:lnTo>
                <a:lnTo>
                  <a:pt x="429" y="9288"/>
                </a:lnTo>
                <a:lnTo>
                  <a:pt x="964" y="8752"/>
                </a:lnTo>
                <a:close/>
                <a:moveTo>
                  <a:pt x="10537" y="8752"/>
                </a:moveTo>
                <a:lnTo>
                  <a:pt x="11073" y="9288"/>
                </a:lnTo>
                <a:lnTo>
                  <a:pt x="9311" y="11050"/>
                </a:lnTo>
                <a:lnTo>
                  <a:pt x="8775" y="10514"/>
                </a:lnTo>
                <a:lnTo>
                  <a:pt x="8799" y="10490"/>
                </a:lnTo>
                <a:lnTo>
                  <a:pt x="10525" y="8764"/>
                </a:lnTo>
                <a:lnTo>
                  <a:pt x="10537" y="8752"/>
                </a:lnTo>
                <a:close/>
                <a:moveTo>
                  <a:pt x="2203" y="1"/>
                </a:moveTo>
                <a:cubicBezTo>
                  <a:pt x="2155" y="1"/>
                  <a:pt x="2107" y="13"/>
                  <a:pt x="2084" y="49"/>
                </a:cubicBezTo>
                <a:lnTo>
                  <a:pt x="1429" y="703"/>
                </a:lnTo>
                <a:cubicBezTo>
                  <a:pt x="1369" y="763"/>
                  <a:pt x="1369" y="882"/>
                  <a:pt x="1429" y="942"/>
                </a:cubicBezTo>
                <a:cubicBezTo>
                  <a:pt x="1459" y="971"/>
                  <a:pt x="1503" y="986"/>
                  <a:pt x="1548" y="986"/>
                </a:cubicBezTo>
                <a:cubicBezTo>
                  <a:pt x="1592" y="986"/>
                  <a:pt x="1637" y="971"/>
                  <a:pt x="1667" y="942"/>
                </a:cubicBezTo>
                <a:lnTo>
                  <a:pt x="2203" y="406"/>
                </a:lnTo>
                <a:lnTo>
                  <a:pt x="2738" y="942"/>
                </a:lnTo>
                <a:lnTo>
                  <a:pt x="2727" y="953"/>
                </a:lnTo>
                <a:lnTo>
                  <a:pt x="964" y="2668"/>
                </a:lnTo>
                <a:lnTo>
                  <a:pt x="953" y="2680"/>
                </a:lnTo>
                <a:lnTo>
                  <a:pt x="417" y="2144"/>
                </a:lnTo>
                <a:lnTo>
                  <a:pt x="1155" y="1406"/>
                </a:lnTo>
                <a:cubicBezTo>
                  <a:pt x="1214" y="1346"/>
                  <a:pt x="1214" y="1227"/>
                  <a:pt x="1155" y="1168"/>
                </a:cubicBezTo>
                <a:cubicBezTo>
                  <a:pt x="1125" y="1138"/>
                  <a:pt x="1081" y="1123"/>
                  <a:pt x="1036" y="1123"/>
                </a:cubicBezTo>
                <a:cubicBezTo>
                  <a:pt x="991" y="1123"/>
                  <a:pt x="947" y="1138"/>
                  <a:pt x="917" y="1168"/>
                </a:cubicBezTo>
                <a:lnTo>
                  <a:pt x="60" y="2025"/>
                </a:lnTo>
                <a:cubicBezTo>
                  <a:pt x="24" y="2061"/>
                  <a:pt x="12" y="2096"/>
                  <a:pt x="12" y="2144"/>
                </a:cubicBezTo>
                <a:cubicBezTo>
                  <a:pt x="12" y="2192"/>
                  <a:pt x="24" y="2239"/>
                  <a:pt x="60" y="2263"/>
                </a:cubicBezTo>
                <a:lnTo>
                  <a:pt x="833" y="3037"/>
                </a:lnTo>
                <a:cubicBezTo>
                  <a:pt x="857" y="3073"/>
                  <a:pt x="905" y="3085"/>
                  <a:pt x="953" y="3085"/>
                </a:cubicBezTo>
                <a:cubicBezTo>
                  <a:pt x="1000" y="3085"/>
                  <a:pt x="1036" y="3073"/>
                  <a:pt x="1072" y="3037"/>
                </a:cubicBezTo>
                <a:lnTo>
                  <a:pt x="1084" y="3025"/>
                </a:lnTo>
                <a:lnTo>
                  <a:pt x="1417" y="3347"/>
                </a:lnTo>
                <a:cubicBezTo>
                  <a:pt x="1441" y="3382"/>
                  <a:pt x="1476" y="3430"/>
                  <a:pt x="1476" y="3466"/>
                </a:cubicBezTo>
                <a:cubicBezTo>
                  <a:pt x="1488" y="3573"/>
                  <a:pt x="1500" y="3692"/>
                  <a:pt x="1548" y="3787"/>
                </a:cubicBezTo>
                <a:cubicBezTo>
                  <a:pt x="1595" y="3882"/>
                  <a:pt x="1655" y="3978"/>
                  <a:pt x="1738" y="4049"/>
                </a:cubicBezTo>
                <a:lnTo>
                  <a:pt x="3381" y="5692"/>
                </a:lnTo>
                <a:lnTo>
                  <a:pt x="2691" y="6371"/>
                </a:lnTo>
                <a:lnTo>
                  <a:pt x="2393" y="5645"/>
                </a:lnTo>
                <a:cubicBezTo>
                  <a:pt x="2393" y="5645"/>
                  <a:pt x="2393" y="5633"/>
                  <a:pt x="2381" y="5633"/>
                </a:cubicBezTo>
                <a:cubicBezTo>
                  <a:pt x="2248" y="5404"/>
                  <a:pt x="2016" y="5274"/>
                  <a:pt x="1775" y="5274"/>
                </a:cubicBezTo>
                <a:cubicBezTo>
                  <a:pt x="1715" y="5274"/>
                  <a:pt x="1655" y="5283"/>
                  <a:pt x="1595" y="5299"/>
                </a:cubicBezTo>
                <a:cubicBezTo>
                  <a:pt x="1572" y="5299"/>
                  <a:pt x="1560" y="5311"/>
                  <a:pt x="1548" y="5311"/>
                </a:cubicBezTo>
                <a:cubicBezTo>
                  <a:pt x="1393" y="5406"/>
                  <a:pt x="1214" y="5573"/>
                  <a:pt x="1274" y="5728"/>
                </a:cubicBezTo>
                <a:cubicBezTo>
                  <a:pt x="1369" y="6014"/>
                  <a:pt x="1441" y="6668"/>
                  <a:pt x="1488" y="7573"/>
                </a:cubicBezTo>
                <a:cubicBezTo>
                  <a:pt x="1500" y="7811"/>
                  <a:pt x="1417" y="8038"/>
                  <a:pt x="1250" y="8204"/>
                </a:cubicBezTo>
                <a:lnTo>
                  <a:pt x="1084" y="8371"/>
                </a:lnTo>
                <a:lnTo>
                  <a:pt x="1072" y="8347"/>
                </a:lnTo>
                <a:cubicBezTo>
                  <a:pt x="1042" y="8317"/>
                  <a:pt x="997" y="8303"/>
                  <a:pt x="953" y="8303"/>
                </a:cubicBezTo>
                <a:cubicBezTo>
                  <a:pt x="908" y="8303"/>
                  <a:pt x="863" y="8317"/>
                  <a:pt x="833" y="8347"/>
                </a:cubicBezTo>
                <a:lnTo>
                  <a:pt x="60" y="9121"/>
                </a:lnTo>
                <a:cubicBezTo>
                  <a:pt x="0" y="9181"/>
                  <a:pt x="0" y="9300"/>
                  <a:pt x="60" y="9359"/>
                </a:cubicBezTo>
                <a:lnTo>
                  <a:pt x="2048" y="11360"/>
                </a:lnTo>
                <a:cubicBezTo>
                  <a:pt x="2084" y="11383"/>
                  <a:pt x="2119" y="11407"/>
                  <a:pt x="2167" y="11407"/>
                </a:cubicBezTo>
                <a:cubicBezTo>
                  <a:pt x="2215" y="11407"/>
                  <a:pt x="2262" y="11383"/>
                  <a:pt x="2286" y="11360"/>
                </a:cubicBezTo>
                <a:lnTo>
                  <a:pt x="3060" y="10586"/>
                </a:lnTo>
                <a:cubicBezTo>
                  <a:pt x="3119" y="10526"/>
                  <a:pt x="3119" y="10407"/>
                  <a:pt x="3060" y="10348"/>
                </a:cubicBezTo>
                <a:lnTo>
                  <a:pt x="3048" y="10336"/>
                </a:lnTo>
                <a:lnTo>
                  <a:pt x="3370" y="10002"/>
                </a:lnTo>
                <a:cubicBezTo>
                  <a:pt x="3405" y="9978"/>
                  <a:pt x="3453" y="9943"/>
                  <a:pt x="3489" y="9943"/>
                </a:cubicBezTo>
                <a:cubicBezTo>
                  <a:pt x="3572" y="9943"/>
                  <a:pt x="3631" y="9931"/>
                  <a:pt x="3691" y="9919"/>
                </a:cubicBezTo>
                <a:cubicBezTo>
                  <a:pt x="3751" y="9895"/>
                  <a:pt x="3822" y="9871"/>
                  <a:pt x="3881" y="9836"/>
                </a:cubicBezTo>
                <a:cubicBezTo>
                  <a:pt x="3953" y="9800"/>
                  <a:pt x="3989" y="9693"/>
                  <a:pt x="3941" y="9621"/>
                </a:cubicBezTo>
                <a:cubicBezTo>
                  <a:pt x="3910" y="9566"/>
                  <a:pt x="3853" y="9537"/>
                  <a:pt x="3797" y="9537"/>
                </a:cubicBezTo>
                <a:cubicBezTo>
                  <a:pt x="3768" y="9537"/>
                  <a:pt x="3739" y="9545"/>
                  <a:pt x="3715" y="9562"/>
                </a:cubicBezTo>
                <a:cubicBezTo>
                  <a:pt x="3667" y="9574"/>
                  <a:pt x="3643" y="9597"/>
                  <a:pt x="3596" y="9597"/>
                </a:cubicBezTo>
                <a:cubicBezTo>
                  <a:pt x="3548" y="9621"/>
                  <a:pt x="3512" y="9621"/>
                  <a:pt x="3465" y="9633"/>
                </a:cubicBezTo>
                <a:cubicBezTo>
                  <a:pt x="3334" y="9645"/>
                  <a:pt x="3215" y="9693"/>
                  <a:pt x="3119" y="9776"/>
                </a:cubicBezTo>
                <a:lnTo>
                  <a:pt x="2798" y="10109"/>
                </a:lnTo>
                <a:lnTo>
                  <a:pt x="1286" y="8609"/>
                </a:lnTo>
                <a:lnTo>
                  <a:pt x="1453" y="8443"/>
                </a:lnTo>
                <a:cubicBezTo>
                  <a:pt x="1691" y="8204"/>
                  <a:pt x="1810" y="7895"/>
                  <a:pt x="1798" y="7561"/>
                </a:cubicBezTo>
                <a:cubicBezTo>
                  <a:pt x="1762" y="6919"/>
                  <a:pt x="1691" y="6109"/>
                  <a:pt x="1584" y="5692"/>
                </a:cubicBezTo>
                <a:cubicBezTo>
                  <a:pt x="1607" y="5668"/>
                  <a:pt x="1643" y="5645"/>
                  <a:pt x="1679" y="5609"/>
                </a:cubicBezTo>
                <a:cubicBezTo>
                  <a:pt x="1699" y="5605"/>
                  <a:pt x="1720" y="5604"/>
                  <a:pt x="1741" y="5604"/>
                </a:cubicBezTo>
                <a:cubicBezTo>
                  <a:pt x="1865" y="5604"/>
                  <a:pt x="1989" y="5663"/>
                  <a:pt x="2060" y="5776"/>
                </a:cubicBezTo>
                <a:lnTo>
                  <a:pt x="2453" y="6728"/>
                </a:lnTo>
                <a:cubicBezTo>
                  <a:pt x="2465" y="6788"/>
                  <a:pt x="2524" y="6823"/>
                  <a:pt x="2572" y="6835"/>
                </a:cubicBezTo>
                <a:cubicBezTo>
                  <a:pt x="2586" y="6838"/>
                  <a:pt x="2600" y="6839"/>
                  <a:pt x="2613" y="6839"/>
                </a:cubicBezTo>
                <a:cubicBezTo>
                  <a:pt x="2657" y="6839"/>
                  <a:pt x="2696" y="6824"/>
                  <a:pt x="2715" y="6788"/>
                </a:cubicBezTo>
                <a:lnTo>
                  <a:pt x="4441" y="5061"/>
                </a:lnTo>
                <a:lnTo>
                  <a:pt x="5298" y="4216"/>
                </a:lnTo>
                <a:lnTo>
                  <a:pt x="5382" y="4121"/>
                </a:lnTo>
                <a:cubicBezTo>
                  <a:pt x="5417" y="4085"/>
                  <a:pt x="5465" y="4067"/>
                  <a:pt x="5514" y="4067"/>
                </a:cubicBezTo>
                <a:cubicBezTo>
                  <a:pt x="5563" y="4067"/>
                  <a:pt x="5614" y="4085"/>
                  <a:pt x="5656" y="4121"/>
                </a:cubicBezTo>
                <a:lnTo>
                  <a:pt x="5679" y="4156"/>
                </a:lnTo>
                <a:cubicBezTo>
                  <a:pt x="5715" y="4180"/>
                  <a:pt x="5739" y="4240"/>
                  <a:pt x="5739" y="4287"/>
                </a:cubicBezTo>
                <a:cubicBezTo>
                  <a:pt x="5739" y="4335"/>
                  <a:pt x="5727" y="4382"/>
                  <a:pt x="5679" y="4418"/>
                </a:cubicBezTo>
                <a:lnTo>
                  <a:pt x="5060" y="5049"/>
                </a:lnTo>
                <a:lnTo>
                  <a:pt x="4739" y="5359"/>
                </a:lnTo>
                <a:lnTo>
                  <a:pt x="3584" y="6526"/>
                </a:lnTo>
                <a:cubicBezTo>
                  <a:pt x="3524" y="6585"/>
                  <a:pt x="3524" y="6704"/>
                  <a:pt x="3584" y="6764"/>
                </a:cubicBezTo>
                <a:cubicBezTo>
                  <a:pt x="3608" y="6788"/>
                  <a:pt x="3655" y="6799"/>
                  <a:pt x="3703" y="6799"/>
                </a:cubicBezTo>
                <a:cubicBezTo>
                  <a:pt x="3751" y="6799"/>
                  <a:pt x="3786" y="6788"/>
                  <a:pt x="3822" y="6764"/>
                </a:cubicBezTo>
                <a:lnTo>
                  <a:pt x="5834" y="4752"/>
                </a:lnTo>
                <a:cubicBezTo>
                  <a:pt x="5846" y="4740"/>
                  <a:pt x="5870" y="4716"/>
                  <a:pt x="5894" y="4704"/>
                </a:cubicBezTo>
                <a:cubicBezTo>
                  <a:pt x="5912" y="4696"/>
                  <a:pt x="5934" y="4692"/>
                  <a:pt x="5955" y="4692"/>
                </a:cubicBezTo>
                <a:cubicBezTo>
                  <a:pt x="6002" y="4692"/>
                  <a:pt x="6052" y="4711"/>
                  <a:pt x="6084" y="4752"/>
                </a:cubicBezTo>
                <a:lnTo>
                  <a:pt x="6132" y="4799"/>
                </a:lnTo>
                <a:cubicBezTo>
                  <a:pt x="6203" y="4871"/>
                  <a:pt x="6203" y="4978"/>
                  <a:pt x="6132" y="5049"/>
                </a:cubicBezTo>
                <a:lnTo>
                  <a:pt x="5132" y="6049"/>
                </a:lnTo>
                <a:lnTo>
                  <a:pt x="5072" y="6109"/>
                </a:lnTo>
                <a:lnTo>
                  <a:pt x="3941" y="7240"/>
                </a:lnTo>
                <a:cubicBezTo>
                  <a:pt x="3881" y="7300"/>
                  <a:pt x="3881" y="7419"/>
                  <a:pt x="3941" y="7478"/>
                </a:cubicBezTo>
                <a:cubicBezTo>
                  <a:pt x="3965" y="7502"/>
                  <a:pt x="4012" y="7514"/>
                  <a:pt x="4060" y="7514"/>
                </a:cubicBezTo>
                <a:cubicBezTo>
                  <a:pt x="4108" y="7514"/>
                  <a:pt x="4143" y="7502"/>
                  <a:pt x="4179" y="7478"/>
                </a:cubicBezTo>
                <a:lnTo>
                  <a:pt x="5310" y="6347"/>
                </a:lnTo>
                <a:lnTo>
                  <a:pt x="6310" y="5347"/>
                </a:lnTo>
                <a:cubicBezTo>
                  <a:pt x="6334" y="5311"/>
                  <a:pt x="6382" y="5299"/>
                  <a:pt x="6429" y="5299"/>
                </a:cubicBezTo>
                <a:cubicBezTo>
                  <a:pt x="6465" y="5299"/>
                  <a:pt x="6513" y="5311"/>
                  <a:pt x="6548" y="5347"/>
                </a:cubicBezTo>
                <a:lnTo>
                  <a:pt x="6584" y="5395"/>
                </a:lnTo>
                <a:cubicBezTo>
                  <a:pt x="6620" y="5418"/>
                  <a:pt x="6632" y="5466"/>
                  <a:pt x="6632" y="5514"/>
                </a:cubicBezTo>
                <a:cubicBezTo>
                  <a:pt x="6632" y="5549"/>
                  <a:pt x="6620" y="5597"/>
                  <a:pt x="6584" y="5633"/>
                </a:cubicBezTo>
                <a:lnTo>
                  <a:pt x="5596" y="6621"/>
                </a:lnTo>
                <a:lnTo>
                  <a:pt x="4655" y="7561"/>
                </a:lnTo>
                <a:cubicBezTo>
                  <a:pt x="4596" y="7621"/>
                  <a:pt x="4596" y="7740"/>
                  <a:pt x="4655" y="7800"/>
                </a:cubicBezTo>
                <a:cubicBezTo>
                  <a:pt x="4679" y="7835"/>
                  <a:pt x="4727" y="7847"/>
                  <a:pt x="4774" y="7847"/>
                </a:cubicBezTo>
                <a:cubicBezTo>
                  <a:pt x="4822" y="7847"/>
                  <a:pt x="4858" y="7835"/>
                  <a:pt x="4894" y="7800"/>
                </a:cubicBezTo>
                <a:lnTo>
                  <a:pt x="6691" y="6002"/>
                </a:lnTo>
                <a:cubicBezTo>
                  <a:pt x="6728" y="5965"/>
                  <a:pt x="6764" y="5950"/>
                  <a:pt x="6806" y="5950"/>
                </a:cubicBezTo>
                <a:cubicBezTo>
                  <a:pt x="6819" y="5950"/>
                  <a:pt x="6832" y="5951"/>
                  <a:pt x="6846" y="5954"/>
                </a:cubicBezTo>
                <a:cubicBezTo>
                  <a:pt x="6870" y="5954"/>
                  <a:pt x="6906" y="5966"/>
                  <a:pt x="6918" y="6002"/>
                </a:cubicBezTo>
                <a:lnTo>
                  <a:pt x="6977" y="6061"/>
                </a:lnTo>
                <a:cubicBezTo>
                  <a:pt x="7037" y="6121"/>
                  <a:pt x="7037" y="6228"/>
                  <a:pt x="6977" y="6287"/>
                </a:cubicBezTo>
                <a:lnTo>
                  <a:pt x="5608" y="7657"/>
                </a:lnTo>
                <a:lnTo>
                  <a:pt x="4179" y="9085"/>
                </a:lnTo>
                <a:cubicBezTo>
                  <a:pt x="4120" y="9145"/>
                  <a:pt x="4120" y="9264"/>
                  <a:pt x="4179" y="9324"/>
                </a:cubicBezTo>
                <a:cubicBezTo>
                  <a:pt x="4203" y="9347"/>
                  <a:pt x="4251" y="9359"/>
                  <a:pt x="4298" y="9359"/>
                </a:cubicBezTo>
                <a:cubicBezTo>
                  <a:pt x="4346" y="9359"/>
                  <a:pt x="4382" y="9347"/>
                  <a:pt x="4417" y="9324"/>
                </a:cubicBezTo>
                <a:lnTo>
                  <a:pt x="5727" y="8014"/>
                </a:lnTo>
                <a:lnTo>
                  <a:pt x="6406" y="8693"/>
                </a:lnTo>
                <a:lnTo>
                  <a:pt x="5679" y="8990"/>
                </a:lnTo>
                <a:cubicBezTo>
                  <a:pt x="5679" y="8990"/>
                  <a:pt x="5667" y="8990"/>
                  <a:pt x="5667" y="9002"/>
                </a:cubicBezTo>
                <a:cubicBezTo>
                  <a:pt x="5382" y="9169"/>
                  <a:pt x="5251" y="9502"/>
                  <a:pt x="5334" y="9800"/>
                </a:cubicBezTo>
                <a:cubicBezTo>
                  <a:pt x="5334" y="9812"/>
                  <a:pt x="5358" y="9824"/>
                  <a:pt x="5358" y="9836"/>
                </a:cubicBezTo>
                <a:cubicBezTo>
                  <a:pt x="5430" y="9969"/>
                  <a:pt x="5564" y="10121"/>
                  <a:pt x="5707" y="10121"/>
                </a:cubicBezTo>
                <a:cubicBezTo>
                  <a:pt x="5730" y="10121"/>
                  <a:pt x="5752" y="10117"/>
                  <a:pt x="5775" y="10109"/>
                </a:cubicBezTo>
                <a:cubicBezTo>
                  <a:pt x="6048" y="10014"/>
                  <a:pt x="6703" y="9943"/>
                  <a:pt x="7620" y="9895"/>
                </a:cubicBezTo>
                <a:cubicBezTo>
                  <a:pt x="7633" y="9894"/>
                  <a:pt x="7647" y="9894"/>
                  <a:pt x="7660" y="9894"/>
                </a:cubicBezTo>
                <a:cubicBezTo>
                  <a:pt x="7882" y="9894"/>
                  <a:pt x="8082" y="9987"/>
                  <a:pt x="8239" y="10133"/>
                </a:cubicBezTo>
                <a:lnTo>
                  <a:pt x="8406" y="10300"/>
                </a:lnTo>
                <a:lnTo>
                  <a:pt x="8394" y="10312"/>
                </a:lnTo>
                <a:cubicBezTo>
                  <a:pt x="8334" y="10371"/>
                  <a:pt x="8334" y="10490"/>
                  <a:pt x="8394" y="10550"/>
                </a:cubicBezTo>
                <a:lnTo>
                  <a:pt x="9168" y="11324"/>
                </a:lnTo>
                <a:cubicBezTo>
                  <a:pt x="9192" y="11360"/>
                  <a:pt x="9239" y="11371"/>
                  <a:pt x="9287" y="11371"/>
                </a:cubicBezTo>
                <a:cubicBezTo>
                  <a:pt x="9323" y="11371"/>
                  <a:pt x="9370" y="11360"/>
                  <a:pt x="9406" y="11324"/>
                </a:cubicBezTo>
                <a:lnTo>
                  <a:pt x="11394" y="9335"/>
                </a:lnTo>
                <a:cubicBezTo>
                  <a:pt x="11454" y="9276"/>
                  <a:pt x="11454" y="9157"/>
                  <a:pt x="11394" y="9097"/>
                </a:cubicBezTo>
                <a:lnTo>
                  <a:pt x="10656" y="8395"/>
                </a:lnTo>
                <a:cubicBezTo>
                  <a:pt x="10620" y="8371"/>
                  <a:pt x="10585" y="8359"/>
                  <a:pt x="10537" y="8359"/>
                </a:cubicBezTo>
                <a:cubicBezTo>
                  <a:pt x="10489" y="8359"/>
                  <a:pt x="10442" y="8371"/>
                  <a:pt x="10418" y="8395"/>
                </a:cubicBezTo>
                <a:lnTo>
                  <a:pt x="10406" y="8419"/>
                </a:lnTo>
                <a:lnTo>
                  <a:pt x="10073" y="8085"/>
                </a:lnTo>
                <a:cubicBezTo>
                  <a:pt x="10061" y="8073"/>
                  <a:pt x="10049" y="8050"/>
                  <a:pt x="10025" y="8026"/>
                </a:cubicBezTo>
                <a:cubicBezTo>
                  <a:pt x="10013" y="8014"/>
                  <a:pt x="10013" y="7978"/>
                  <a:pt x="10013" y="7954"/>
                </a:cubicBezTo>
                <a:cubicBezTo>
                  <a:pt x="10001" y="7728"/>
                  <a:pt x="9906" y="7526"/>
                  <a:pt x="9751" y="7359"/>
                </a:cubicBezTo>
                <a:lnTo>
                  <a:pt x="8108" y="5716"/>
                </a:lnTo>
                <a:lnTo>
                  <a:pt x="8799" y="5037"/>
                </a:lnTo>
                <a:lnTo>
                  <a:pt x="9096" y="5764"/>
                </a:lnTo>
                <a:cubicBezTo>
                  <a:pt x="9096" y="5764"/>
                  <a:pt x="9096" y="5776"/>
                  <a:pt x="9108" y="5776"/>
                </a:cubicBezTo>
                <a:cubicBezTo>
                  <a:pt x="9242" y="6004"/>
                  <a:pt x="9474" y="6134"/>
                  <a:pt x="9714" y="6134"/>
                </a:cubicBezTo>
                <a:cubicBezTo>
                  <a:pt x="9774" y="6134"/>
                  <a:pt x="9835" y="6126"/>
                  <a:pt x="9894" y="6109"/>
                </a:cubicBezTo>
                <a:cubicBezTo>
                  <a:pt x="9906" y="6109"/>
                  <a:pt x="9930" y="6097"/>
                  <a:pt x="9942" y="6097"/>
                </a:cubicBezTo>
                <a:cubicBezTo>
                  <a:pt x="10085" y="6002"/>
                  <a:pt x="10263" y="5835"/>
                  <a:pt x="10204" y="5680"/>
                </a:cubicBezTo>
                <a:cubicBezTo>
                  <a:pt x="10120" y="5406"/>
                  <a:pt x="10049" y="4740"/>
                  <a:pt x="10001" y="3835"/>
                </a:cubicBezTo>
                <a:cubicBezTo>
                  <a:pt x="9989" y="3632"/>
                  <a:pt x="10049" y="3442"/>
                  <a:pt x="10168" y="3299"/>
                </a:cubicBezTo>
                <a:cubicBezTo>
                  <a:pt x="10192" y="3263"/>
                  <a:pt x="10204" y="3239"/>
                  <a:pt x="10239" y="3204"/>
                </a:cubicBezTo>
                <a:lnTo>
                  <a:pt x="10406" y="3037"/>
                </a:lnTo>
                <a:lnTo>
                  <a:pt x="10418" y="3061"/>
                </a:lnTo>
                <a:cubicBezTo>
                  <a:pt x="10442" y="3085"/>
                  <a:pt x="10489" y="3097"/>
                  <a:pt x="10537" y="3097"/>
                </a:cubicBezTo>
                <a:cubicBezTo>
                  <a:pt x="10585" y="3097"/>
                  <a:pt x="10620" y="3085"/>
                  <a:pt x="10656" y="3061"/>
                </a:cubicBezTo>
                <a:lnTo>
                  <a:pt x="11430" y="2287"/>
                </a:lnTo>
                <a:cubicBezTo>
                  <a:pt x="11490" y="2227"/>
                  <a:pt x="11490" y="2096"/>
                  <a:pt x="11430" y="2037"/>
                </a:cubicBezTo>
                <a:lnTo>
                  <a:pt x="9430" y="49"/>
                </a:lnTo>
                <a:cubicBezTo>
                  <a:pt x="9406" y="13"/>
                  <a:pt x="9358" y="1"/>
                  <a:pt x="9311" y="1"/>
                </a:cubicBezTo>
                <a:cubicBezTo>
                  <a:pt x="9275" y="1"/>
                  <a:pt x="9227" y="25"/>
                  <a:pt x="9192" y="49"/>
                </a:cubicBezTo>
                <a:lnTo>
                  <a:pt x="8418" y="823"/>
                </a:lnTo>
                <a:cubicBezTo>
                  <a:pt x="8358" y="882"/>
                  <a:pt x="8358" y="1001"/>
                  <a:pt x="8418" y="1061"/>
                </a:cubicBezTo>
                <a:lnTo>
                  <a:pt x="8442" y="1073"/>
                </a:lnTo>
                <a:lnTo>
                  <a:pt x="8108" y="1406"/>
                </a:lnTo>
                <a:cubicBezTo>
                  <a:pt x="8096" y="1418"/>
                  <a:pt x="8084" y="1430"/>
                  <a:pt x="8049" y="1454"/>
                </a:cubicBezTo>
                <a:cubicBezTo>
                  <a:pt x="8037" y="1465"/>
                  <a:pt x="8001" y="1465"/>
                  <a:pt x="7977" y="1465"/>
                </a:cubicBezTo>
                <a:cubicBezTo>
                  <a:pt x="7751" y="1477"/>
                  <a:pt x="7549" y="1573"/>
                  <a:pt x="7382" y="1727"/>
                </a:cubicBezTo>
                <a:lnTo>
                  <a:pt x="7191" y="1930"/>
                </a:lnTo>
                <a:cubicBezTo>
                  <a:pt x="7132" y="1989"/>
                  <a:pt x="7132" y="2108"/>
                  <a:pt x="7191" y="2168"/>
                </a:cubicBezTo>
                <a:cubicBezTo>
                  <a:pt x="7215" y="2192"/>
                  <a:pt x="7263" y="2204"/>
                  <a:pt x="7310" y="2204"/>
                </a:cubicBezTo>
                <a:cubicBezTo>
                  <a:pt x="7346" y="2204"/>
                  <a:pt x="7394" y="2192"/>
                  <a:pt x="7418" y="2168"/>
                </a:cubicBezTo>
                <a:lnTo>
                  <a:pt x="7632" y="1954"/>
                </a:lnTo>
                <a:cubicBezTo>
                  <a:pt x="7739" y="1846"/>
                  <a:pt x="7870" y="1787"/>
                  <a:pt x="8001" y="1787"/>
                </a:cubicBezTo>
                <a:cubicBezTo>
                  <a:pt x="8061" y="1787"/>
                  <a:pt x="8132" y="1775"/>
                  <a:pt x="8180" y="1751"/>
                </a:cubicBezTo>
                <a:cubicBezTo>
                  <a:pt x="8239" y="1715"/>
                  <a:pt x="8287" y="1692"/>
                  <a:pt x="8346" y="1644"/>
                </a:cubicBezTo>
                <a:lnTo>
                  <a:pt x="8680" y="1311"/>
                </a:lnTo>
                <a:lnTo>
                  <a:pt x="10180" y="2823"/>
                </a:lnTo>
                <a:lnTo>
                  <a:pt x="10013" y="2978"/>
                </a:lnTo>
                <a:cubicBezTo>
                  <a:pt x="9966" y="3025"/>
                  <a:pt x="9942" y="3073"/>
                  <a:pt x="9894" y="3120"/>
                </a:cubicBezTo>
                <a:cubicBezTo>
                  <a:pt x="9727" y="3335"/>
                  <a:pt x="9656" y="3597"/>
                  <a:pt x="9668" y="3859"/>
                </a:cubicBezTo>
                <a:cubicBezTo>
                  <a:pt x="9704" y="4502"/>
                  <a:pt x="9775" y="5311"/>
                  <a:pt x="9882" y="5740"/>
                </a:cubicBezTo>
                <a:cubicBezTo>
                  <a:pt x="9870" y="5752"/>
                  <a:pt x="9823" y="5776"/>
                  <a:pt x="9787" y="5811"/>
                </a:cubicBezTo>
                <a:cubicBezTo>
                  <a:pt x="9766" y="5815"/>
                  <a:pt x="9745" y="5816"/>
                  <a:pt x="9725" y="5816"/>
                </a:cubicBezTo>
                <a:cubicBezTo>
                  <a:pt x="9601" y="5816"/>
                  <a:pt x="9477" y="5757"/>
                  <a:pt x="9406" y="5645"/>
                </a:cubicBezTo>
                <a:lnTo>
                  <a:pt x="9013" y="4692"/>
                </a:lnTo>
                <a:cubicBezTo>
                  <a:pt x="9001" y="4633"/>
                  <a:pt x="8942" y="4609"/>
                  <a:pt x="8894" y="4585"/>
                </a:cubicBezTo>
                <a:cubicBezTo>
                  <a:pt x="8880" y="4582"/>
                  <a:pt x="8866" y="4581"/>
                  <a:pt x="8852" y="4581"/>
                </a:cubicBezTo>
                <a:cubicBezTo>
                  <a:pt x="8808" y="4581"/>
                  <a:pt x="8769" y="4596"/>
                  <a:pt x="8751" y="4633"/>
                </a:cubicBezTo>
                <a:lnTo>
                  <a:pt x="7346" y="6026"/>
                </a:lnTo>
                <a:lnTo>
                  <a:pt x="7263" y="5895"/>
                </a:lnTo>
                <a:lnTo>
                  <a:pt x="7203" y="5835"/>
                </a:lnTo>
                <a:cubicBezTo>
                  <a:pt x="7156" y="5799"/>
                  <a:pt x="7108" y="5764"/>
                  <a:pt x="7072" y="5752"/>
                </a:cubicBezTo>
                <a:lnTo>
                  <a:pt x="7906" y="4918"/>
                </a:lnTo>
                <a:cubicBezTo>
                  <a:pt x="7965" y="4859"/>
                  <a:pt x="7965" y="4740"/>
                  <a:pt x="7906" y="4680"/>
                </a:cubicBezTo>
                <a:cubicBezTo>
                  <a:pt x="7876" y="4650"/>
                  <a:pt x="7831" y="4635"/>
                  <a:pt x="7787" y="4635"/>
                </a:cubicBezTo>
                <a:cubicBezTo>
                  <a:pt x="7742" y="4635"/>
                  <a:pt x="7697" y="4650"/>
                  <a:pt x="7668" y="4680"/>
                </a:cubicBezTo>
                <a:lnTo>
                  <a:pt x="6977" y="5359"/>
                </a:lnTo>
                <a:cubicBezTo>
                  <a:pt x="6953" y="5299"/>
                  <a:pt x="6918" y="5252"/>
                  <a:pt x="6870" y="5216"/>
                </a:cubicBezTo>
                <a:lnTo>
                  <a:pt x="6834" y="5168"/>
                </a:lnTo>
                <a:cubicBezTo>
                  <a:pt x="6787" y="5121"/>
                  <a:pt x="6739" y="5097"/>
                  <a:pt x="6679" y="5061"/>
                </a:cubicBezTo>
                <a:lnTo>
                  <a:pt x="7549" y="4204"/>
                </a:lnTo>
                <a:cubicBezTo>
                  <a:pt x="7608" y="4144"/>
                  <a:pt x="7608" y="4025"/>
                  <a:pt x="7549" y="3966"/>
                </a:cubicBezTo>
                <a:cubicBezTo>
                  <a:pt x="7519" y="3936"/>
                  <a:pt x="7474" y="3921"/>
                  <a:pt x="7430" y="3921"/>
                </a:cubicBezTo>
                <a:cubicBezTo>
                  <a:pt x="7385" y="3921"/>
                  <a:pt x="7340" y="3936"/>
                  <a:pt x="7310" y="3966"/>
                </a:cubicBezTo>
                <a:lnTo>
                  <a:pt x="6513" y="4752"/>
                </a:lnTo>
                <a:cubicBezTo>
                  <a:pt x="6489" y="4692"/>
                  <a:pt x="6453" y="4644"/>
                  <a:pt x="6418" y="4597"/>
                </a:cubicBezTo>
                <a:lnTo>
                  <a:pt x="6370" y="4561"/>
                </a:lnTo>
                <a:cubicBezTo>
                  <a:pt x="6322" y="4513"/>
                  <a:pt x="6275" y="4478"/>
                  <a:pt x="6215" y="4454"/>
                </a:cubicBezTo>
                <a:lnTo>
                  <a:pt x="6834" y="3847"/>
                </a:lnTo>
                <a:cubicBezTo>
                  <a:pt x="6894" y="3787"/>
                  <a:pt x="6894" y="3668"/>
                  <a:pt x="6834" y="3609"/>
                </a:cubicBezTo>
                <a:cubicBezTo>
                  <a:pt x="6804" y="3579"/>
                  <a:pt x="6760" y="3564"/>
                  <a:pt x="6715" y="3564"/>
                </a:cubicBezTo>
                <a:cubicBezTo>
                  <a:pt x="6671" y="3564"/>
                  <a:pt x="6626" y="3579"/>
                  <a:pt x="6596" y="3609"/>
                </a:cubicBezTo>
                <a:lnTo>
                  <a:pt x="6084" y="4109"/>
                </a:lnTo>
                <a:cubicBezTo>
                  <a:pt x="6060" y="4049"/>
                  <a:pt x="6025" y="3990"/>
                  <a:pt x="5977" y="3942"/>
                </a:cubicBezTo>
                <a:lnTo>
                  <a:pt x="5953" y="3918"/>
                </a:lnTo>
                <a:cubicBezTo>
                  <a:pt x="5906" y="3871"/>
                  <a:pt x="5846" y="3823"/>
                  <a:pt x="5786" y="3811"/>
                </a:cubicBezTo>
                <a:lnTo>
                  <a:pt x="6965" y="2632"/>
                </a:lnTo>
                <a:cubicBezTo>
                  <a:pt x="7025" y="2573"/>
                  <a:pt x="7025" y="2454"/>
                  <a:pt x="6965" y="2394"/>
                </a:cubicBezTo>
                <a:cubicBezTo>
                  <a:pt x="6935" y="2364"/>
                  <a:pt x="6891" y="2349"/>
                  <a:pt x="6846" y="2349"/>
                </a:cubicBezTo>
                <a:cubicBezTo>
                  <a:pt x="6801" y="2349"/>
                  <a:pt x="6757" y="2364"/>
                  <a:pt x="6727" y="2394"/>
                </a:cubicBezTo>
                <a:lnTo>
                  <a:pt x="5751" y="3370"/>
                </a:lnTo>
                <a:lnTo>
                  <a:pt x="5072" y="2680"/>
                </a:lnTo>
                <a:lnTo>
                  <a:pt x="5798" y="2382"/>
                </a:lnTo>
                <a:cubicBezTo>
                  <a:pt x="5798" y="2382"/>
                  <a:pt x="5810" y="2382"/>
                  <a:pt x="5810" y="2370"/>
                </a:cubicBezTo>
                <a:cubicBezTo>
                  <a:pt x="6096" y="2204"/>
                  <a:pt x="6227" y="1882"/>
                  <a:pt x="6144" y="1585"/>
                </a:cubicBezTo>
                <a:cubicBezTo>
                  <a:pt x="6144" y="1561"/>
                  <a:pt x="6132" y="1549"/>
                  <a:pt x="6132" y="1537"/>
                </a:cubicBezTo>
                <a:cubicBezTo>
                  <a:pt x="6049" y="1403"/>
                  <a:pt x="5914" y="1251"/>
                  <a:pt x="5778" y="1251"/>
                </a:cubicBezTo>
                <a:cubicBezTo>
                  <a:pt x="5757" y="1251"/>
                  <a:pt x="5736" y="1255"/>
                  <a:pt x="5715" y="1263"/>
                </a:cubicBezTo>
                <a:cubicBezTo>
                  <a:pt x="5429" y="1358"/>
                  <a:pt x="4774" y="1430"/>
                  <a:pt x="3870" y="1477"/>
                </a:cubicBezTo>
                <a:cubicBezTo>
                  <a:pt x="3855" y="1478"/>
                  <a:pt x="3840" y="1478"/>
                  <a:pt x="3825" y="1478"/>
                </a:cubicBezTo>
                <a:cubicBezTo>
                  <a:pt x="3603" y="1478"/>
                  <a:pt x="3395" y="1395"/>
                  <a:pt x="3239" y="1239"/>
                </a:cubicBezTo>
                <a:lnTo>
                  <a:pt x="3072" y="1073"/>
                </a:lnTo>
                <a:lnTo>
                  <a:pt x="3096" y="1061"/>
                </a:lnTo>
                <a:cubicBezTo>
                  <a:pt x="3155" y="1001"/>
                  <a:pt x="3155" y="882"/>
                  <a:pt x="3096" y="823"/>
                </a:cubicBezTo>
                <a:lnTo>
                  <a:pt x="2322" y="49"/>
                </a:lnTo>
                <a:cubicBezTo>
                  <a:pt x="2286" y="13"/>
                  <a:pt x="2238" y="1"/>
                  <a:pt x="220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34"/>
          <p:cNvGrpSpPr/>
          <p:nvPr/>
        </p:nvGrpSpPr>
        <p:grpSpPr>
          <a:xfrm>
            <a:off x="5179694" y="3202387"/>
            <a:ext cx="431317" cy="433943"/>
            <a:chOff x="7538896" y="1970156"/>
            <a:chExt cx="361147" cy="361529"/>
          </a:xfrm>
        </p:grpSpPr>
        <p:sp>
          <p:nvSpPr>
            <p:cNvPr id="298" name="Google Shape;298;p34"/>
            <p:cNvSpPr/>
            <p:nvPr/>
          </p:nvSpPr>
          <p:spPr>
            <a:xfrm>
              <a:off x="7538896" y="1970156"/>
              <a:ext cx="361147" cy="361529"/>
            </a:xfrm>
            <a:custGeom>
              <a:rect b="b" l="l" r="r" t="t"/>
              <a:pathLst>
                <a:path extrusionOk="0" h="11359" w="11347">
                  <a:moveTo>
                    <a:pt x="8918" y="584"/>
                  </a:moveTo>
                  <a:lnTo>
                    <a:pt x="9477" y="1155"/>
                  </a:lnTo>
                  <a:lnTo>
                    <a:pt x="9632" y="1298"/>
                  </a:lnTo>
                  <a:lnTo>
                    <a:pt x="10239" y="1905"/>
                  </a:lnTo>
                  <a:lnTo>
                    <a:pt x="10704" y="2370"/>
                  </a:lnTo>
                  <a:lnTo>
                    <a:pt x="8918" y="2370"/>
                  </a:lnTo>
                  <a:lnTo>
                    <a:pt x="8918" y="584"/>
                  </a:lnTo>
                  <a:close/>
                  <a:moveTo>
                    <a:pt x="2631" y="4644"/>
                  </a:moveTo>
                  <a:cubicBezTo>
                    <a:pt x="3322" y="4644"/>
                    <a:pt x="3882" y="5215"/>
                    <a:pt x="3882" y="5894"/>
                  </a:cubicBezTo>
                  <a:lnTo>
                    <a:pt x="3882" y="6192"/>
                  </a:lnTo>
                  <a:lnTo>
                    <a:pt x="3810" y="6192"/>
                  </a:lnTo>
                  <a:cubicBezTo>
                    <a:pt x="3429" y="6108"/>
                    <a:pt x="3310" y="5596"/>
                    <a:pt x="3286" y="5596"/>
                  </a:cubicBezTo>
                  <a:cubicBezTo>
                    <a:pt x="3274" y="5525"/>
                    <a:pt x="3215" y="5477"/>
                    <a:pt x="3155" y="5465"/>
                  </a:cubicBezTo>
                  <a:cubicBezTo>
                    <a:pt x="3143" y="5463"/>
                    <a:pt x="3132" y="5462"/>
                    <a:pt x="3121" y="5462"/>
                  </a:cubicBezTo>
                  <a:cubicBezTo>
                    <a:pt x="3064" y="5462"/>
                    <a:pt x="3016" y="5487"/>
                    <a:pt x="2977" y="5537"/>
                  </a:cubicBezTo>
                  <a:cubicBezTo>
                    <a:pt x="2477" y="6156"/>
                    <a:pt x="1429" y="6156"/>
                    <a:pt x="1417" y="6156"/>
                  </a:cubicBezTo>
                  <a:lnTo>
                    <a:pt x="1298" y="6156"/>
                  </a:lnTo>
                  <a:lnTo>
                    <a:pt x="1286" y="6168"/>
                  </a:lnTo>
                  <a:lnTo>
                    <a:pt x="1262" y="6180"/>
                  </a:lnTo>
                  <a:lnTo>
                    <a:pt x="1262" y="5894"/>
                  </a:lnTo>
                  <a:cubicBezTo>
                    <a:pt x="1262" y="5215"/>
                    <a:pt x="1834" y="4644"/>
                    <a:pt x="2512" y="4644"/>
                  </a:cubicBezTo>
                  <a:close/>
                  <a:moveTo>
                    <a:pt x="1238" y="6644"/>
                  </a:moveTo>
                  <a:lnTo>
                    <a:pt x="1238" y="7192"/>
                  </a:lnTo>
                  <a:cubicBezTo>
                    <a:pt x="1107" y="7180"/>
                    <a:pt x="1000" y="7061"/>
                    <a:pt x="1000" y="6930"/>
                  </a:cubicBezTo>
                  <a:cubicBezTo>
                    <a:pt x="1000" y="6846"/>
                    <a:pt x="1024" y="6775"/>
                    <a:pt x="1084" y="6715"/>
                  </a:cubicBezTo>
                  <a:cubicBezTo>
                    <a:pt x="1143" y="6715"/>
                    <a:pt x="1191" y="6692"/>
                    <a:pt x="1226" y="6644"/>
                  </a:cubicBezTo>
                  <a:close/>
                  <a:moveTo>
                    <a:pt x="3929" y="6656"/>
                  </a:moveTo>
                  <a:cubicBezTo>
                    <a:pt x="3965" y="6680"/>
                    <a:pt x="4001" y="6715"/>
                    <a:pt x="4048" y="6715"/>
                  </a:cubicBezTo>
                  <a:cubicBezTo>
                    <a:pt x="4108" y="6763"/>
                    <a:pt x="4132" y="6835"/>
                    <a:pt x="4132" y="6918"/>
                  </a:cubicBezTo>
                  <a:cubicBezTo>
                    <a:pt x="4155" y="7061"/>
                    <a:pt x="4048" y="7180"/>
                    <a:pt x="3917" y="7192"/>
                  </a:cubicBezTo>
                  <a:lnTo>
                    <a:pt x="3917" y="6656"/>
                  </a:lnTo>
                  <a:close/>
                  <a:moveTo>
                    <a:pt x="3036" y="5942"/>
                  </a:moveTo>
                  <a:cubicBezTo>
                    <a:pt x="3120" y="6132"/>
                    <a:pt x="3286" y="6358"/>
                    <a:pt x="3572" y="6465"/>
                  </a:cubicBezTo>
                  <a:lnTo>
                    <a:pt x="3572" y="7227"/>
                  </a:lnTo>
                  <a:cubicBezTo>
                    <a:pt x="3560" y="7704"/>
                    <a:pt x="3167" y="8085"/>
                    <a:pt x="2691" y="8085"/>
                  </a:cubicBezTo>
                  <a:lnTo>
                    <a:pt x="2477" y="8085"/>
                  </a:lnTo>
                  <a:cubicBezTo>
                    <a:pt x="2000" y="8085"/>
                    <a:pt x="1607" y="7692"/>
                    <a:pt x="1607" y="7227"/>
                  </a:cubicBezTo>
                  <a:lnTo>
                    <a:pt x="1607" y="6501"/>
                  </a:lnTo>
                  <a:cubicBezTo>
                    <a:pt x="1917" y="6477"/>
                    <a:pt x="2572" y="6370"/>
                    <a:pt x="3036" y="5942"/>
                  </a:cubicBezTo>
                  <a:close/>
                  <a:moveTo>
                    <a:pt x="2917" y="8418"/>
                  </a:moveTo>
                  <a:lnTo>
                    <a:pt x="2917" y="8656"/>
                  </a:lnTo>
                  <a:lnTo>
                    <a:pt x="2917" y="8668"/>
                  </a:lnTo>
                  <a:lnTo>
                    <a:pt x="2572" y="9025"/>
                  </a:lnTo>
                  <a:lnTo>
                    <a:pt x="2250" y="8692"/>
                  </a:lnTo>
                  <a:lnTo>
                    <a:pt x="2250" y="8418"/>
                  </a:lnTo>
                  <a:cubicBezTo>
                    <a:pt x="2322" y="8430"/>
                    <a:pt x="2393" y="8430"/>
                    <a:pt x="2477" y="8430"/>
                  </a:cubicBezTo>
                  <a:lnTo>
                    <a:pt x="2691" y="8430"/>
                  </a:lnTo>
                  <a:cubicBezTo>
                    <a:pt x="2774" y="8430"/>
                    <a:pt x="2846" y="8418"/>
                    <a:pt x="2917" y="8418"/>
                  </a:cubicBezTo>
                  <a:close/>
                  <a:moveTo>
                    <a:pt x="8561" y="346"/>
                  </a:moveTo>
                  <a:lnTo>
                    <a:pt x="8561" y="2560"/>
                  </a:lnTo>
                  <a:cubicBezTo>
                    <a:pt x="8561" y="2667"/>
                    <a:pt x="8632" y="2739"/>
                    <a:pt x="8739" y="2739"/>
                  </a:cubicBezTo>
                  <a:lnTo>
                    <a:pt x="10954" y="2739"/>
                  </a:lnTo>
                  <a:lnTo>
                    <a:pt x="10954" y="10954"/>
                  </a:lnTo>
                  <a:lnTo>
                    <a:pt x="5167" y="10954"/>
                  </a:lnTo>
                  <a:lnTo>
                    <a:pt x="5167" y="10263"/>
                  </a:lnTo>
                  <a:cubicBezTo>
                    <a:pt x="5167" y="9454"/>
                    <a:pt x="4608" y="9049"/>
                    <a:pt x="4310" y="8954"/>
                  </a:cubicBezTo>
                  <a:lnTo>
                    <a:pt x="3274" y="8537"/>
                  </a:lnTo>
                  <a:lnTo>
                    <a:pt x="3274" y="8311"/>
                  </a:lnTo>
                  <a:cubicBezTo>
                    <a:pt x="3560" y="8156"/>
                    <a:pt x="3786" y="7894"/>
                    <a:pt x="3870" y="7561"/>
                  </a:cubicBezTo>
                  <a:cubicBezTo>
                    <a:pt x="4215" y="7561"/>
                    <a:pt x="4489" y="7287"/>
                    <a:pt x="4489" y="6930"/>
                  </a:cubicBezTo>
                  <a:cubicBezTo>
                    <a:pt x="4489" y="6715"/>
                    <a:pt x="4394" y="6525"/>
                    <a:pt x="4239" y="6418"/>
                  </a:cubicBezTo>
                  <a:lnTo>
                    <a:pt x="4239" y="5942"/>
                  </a:lnTo>
                  <a:cubicBezTo>
                    <a:pt x="4239" y="5108"/>
                    <a:pt x="3620" y="4429"/>
                    <a:pt x="2810" y="4346"/>
                  </a:cubicBezTo>
                  <a:lnTo>
                    <a:pt x="2810" y="346"/>
                  </a:lnTo>
                  <a:close/>
                  <a:moveTo>
                    <a:pt x="2679" y="0"/>
                  </a:moveTo>
                  <a:cubicBezTo>
                    <a:pt x="2572" y="0"/>
                    <a:pt x="2500" y="72"/>
                    <a:pt x="2500" y="179"/>
                  </a:cubicBezTo>
                  <a:lnTo>
                    <a:pt x="2500" y="4358"/>
                  </a:lnTo>
                  <a:cubicBezTo>
                    <a:pt x="1643" y="4394"/>
                    <a:pt x="953" y="5108"/>
                    <a:pt x="953" y="5965"/>
                  </a:cubicBezTo>
                  <a:lnTo>
                    <a:pt x="953" y="6442"/>
                  </a:lnTo>
                  <a:cubicBezTo>
                    <a:pt x="786" y="6561"/>
                    <a:pt x="691" y="6739"/>
                    <a:pt x="691" y="6954"/>
                  </a:cubicBezTo>
                  <a:cubicBezTo>
                    <a:pt x="691" y="7299"/>
                    <a:pt x="965" y="7597"/>
                    <a:pt x="1322" y="7597"/>
                  </a:cubicBezTo>
                  <a:cubicBezTo>
                    <a:pt x="1417" y="7918"/>
                    <a:pt x="1643" y="8192"/>
                    <a:pt x="1917" y="8335"/>
                  </a:cubicBezTo>
                  <a:lnTo>
                    <a:pt x="1917" y="8561"/>
                  </a:lnTo>
                  <a:lnTo>
                    <a:pt x="845" y="8978"/>
                  </a:lnTo>
                  <a:cubicBezTo>
                    <a:pt x="548" y="9085"/>
                    <a:pt x="0" y="9478"/>
                    <a:pt x="0" y="10287"/>
                  </a:cubicBezTo>
                  <a:lnTo>
                    <a:pt x="0" y="11180"/>
                  </a:lnTo>
                  <a:cubicBezTo>
                    <a:pt x="0" y="11287"/>
                    <a:pt x="72" y="11359"/>
                    <a:pt x="179" y="11359"/>
                  </a:cubicBezTo>
                  <a:lnTo>
                    <a:pt x="965" y="11359"/>
                  </a:lnTo>
                  <a:cubicBezTo>
                    <a:pt x="1072" y="11359"/>
                    <a:pt x="1143" y="11287"/>
                    <a:pt x="1143" y="11180"/>
                  </a:cubicBezTo>
                  <a:cubicBezTo>
                    <a:pt x="1143" y="11073"/>
                    <a:pt x="1072" y="11002"/>
                    <a:pt x="965" y="11002"/>
                  </a:cubicBezTo>
                  <a:lnTo>
                    <a:pt x="357" y="11002"/>
                  </a:lnTo>
                  <a:lnTo>
                    <a:pt x="357" y="10263"/>
                  </a:lnTo>
                  <a:cubicBezTo>
                    <a:pt x="357" y="9513"/>
                    <a:pt x="941" y="9287"/>
                    <a:pt x="965" y="9287"/>
                  </a:cubicBezTo>
                  <a:lnTo>
                    <a:pt x="988" y="9287"/>
                  </a:lnTo>
                  <a:lnTo>
                    <a:pt x="1965" y="8906"/>
                  </a:lnTo>
                  <a:lnTo>
                    <a:pt x="1977" y="8918"/>
                  </a:lnTo>
                  <a:lnTo>
                    <a:pt x="2500" y="9430"/>
                  </a:lnTo>
                  <a:cubicBezTo>
                    <a:pt x="2536" y="9454"/>
                    <a:pt x="2572" y="9466"/>
                    <a:pt x="2619" y="9466"/>
                  </a:cubicBezTo>
                  <a:cubicBezTo>
                    <a:pt x="2667" y="9466"/>
                    <a:pt x="2715" y="9454"/>
                    <a:pt x="2739" y="9406"/>
                  </a:cubicBezTo>
                  <a:lnTo>
                    <a:pt x="3251" y="8894"/>
                  </a:lnTo>
                  <a:lnTo>
                    <a:pt x="4227" y="9275"/>
                  </a:lnTo>
                  <a:lnTo>
                    <a:pt x="4239" y="9275"/>
                  </a:lnTo>
                  <a:cubicBezTo>
                    <a:pt x="4239" y="9275"/>
                    <a:pt x="4858" y="9490"/>
                    <a:pt x="4858" y="10240"/>
                  </a:cubicBezTo>
                  <a:lnTo>
                    <a:pt x="4858" y="10954"/>
                  </a:lnTo>
                  <a:lnTo>
                    <a:pt x="1607" y="10954"/>
                  </a:lnTo>
                  <a:cubicBezTo>
                    <a:pt x="1500" y="10954"/>
                    <a:pt x="1429" y="11037"/>
                    <a:pt x="1429" y="11133"/>
                  </a:cubicBezTo>
                  <a:cubicBezTo>
                    <a:pt x="1429" y="11240"/>
                    <a:pt x="1500" y="11311"/>
                    <a:pt x="1607" y="11311"/>
                  </a:cubicBezTo>
                  <a:lnTo>
                    <a:pt x="11168" y="11311"/>
                  </a:lnTo>
                  <a:cubicBezTo>
                    <a:pt x="11263" y="11311"/>
                    <a:pt x="11347" y="11240"/>
                    <a:pt x="11347" y="11133"/>
                  </a:cubicBezTo>
                  <a:lnTo>
                    <a:pt x="11311" y="2536"/>
                  </a:lnTo>
                  <a:lnTo>
                    <a:pt x="11311" y="2501"/>
                  </a:lnTo>
                  <a:lnTo>
                    <a:pt x="11311" y="2489"/>
                  </a:lnTo>
                  <a:cubicBezTo>
                    <a:pt x="11311" y="2489"/>
                    <a:pt x="11311" y="2477"/>
                    <a:pt x="11299" y="2477"/>
                  </a:cubicBezTo>
                  <a:lnTo>
                    <a:pt x="11287" y="2465"/>
                  </a:lnTo>
                  <a:lnTo>
                    <a:pt x="11263" y="2441"/>
                  </a:lnTo>
                  <a:lnTo>
                    <a:pt x="9882" y="1060"/>
                  </a:lnTo>
                  <a:lnTo>
                    <a:pt x="8870" y="48"/>
                  </a:lnTo>
                  <a:lnTo>
                    <a:pt x="8858" y="36"/>
                  </a:lnTo>
                  <a:lnTo>
                    <a:pt x="8846" y="12"/>
                  </a:lnTo>
                  <a:cubicBezTo>
                    <a:pt x="8846" y="12"/>
                    <a:pt x="8823" y="12"/>
                    <a:pt x="88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7685907" y="2066784"/>
              <a:ext cx="101211" cy="11394"/>
            </a:xfrm>
            <a:custGeom>
              <a:rect b="b" l="l" r="r" t="t"/>
              <a:pathLst>
                <a:path extrusionOk="0" h="358" w="318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3001" y="358"/>
                  </a:lnTo>
                  <a:cubicBezTo>
                    <a:pt x="3108" y="358"/>
                    <a:pt x="3180" y="286"/>
                    <a:pt x="3180" y="179"/>
                  </a:cubicBezTo>
                  <a:cubicBezTo>
                    <a:pt x="3180" y="84"/>
                    <a:pt x="3108" y="0"/>
                    <a:pt x="3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7685907" y="2106187"/>
              <a:ext cx="147075" cy="11394"/>
            </a:xfrm>
            <a:custGeom>
              <a:rect b="b" l="l" r="r" t="t"/>
              <a:pathLst>
                <a:path extrusionOk="0" h="358" w="4621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72"/>
                    <a:pt x="4549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7685907" y="2145239"/>
              <a:ext cx="147075" cy="11394"/>
            </a:xfrm>
            <a:custGeom>
              <a:rect b="b" l="l" r="r" t="t"/>
              <a:pathLst>
                <a:path extrusionOk="0" h="358" w="4621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57"/>
                    <a:pt x="179" y="357"/>
                  </a:cubicBezTo>
                  <a:lnTo>
                    <a:pt x="4442" y="357"/>
                  </a:lnTo>
                  <a:cubicBezTo>
                    <a:pt x="4549" y="357"/>
                    <a:pt x="4620" y="274"/>
                    <a:pt x="4620" y="179"/>
                  </a:cubicBezTo>
                  <a:cubicBezTo>
                    <a:pt x="4620" y="83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7685907" y="2184260"/>
              <a:ext cx="147075" cy="11394"/>
            </a:xfrm>
            <a:custGeom>
              <a:rect b="b" l="l" r="r" t="t"/>
              <a:pathLst>
                <a:path extrusionOk="0" h="358" w="4621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7685907" y="2223280"/>
              <a:ext cx="147075" cy="11394"/>
            </a:xfrm>
            <a:custGeom>
              <a:rect b="b" l="l" r="r" t="t"/>
              <a:pathLst>
                <a:path extrusionOk="0" h="358" w="4621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34"/>
          <p:cNvSpPr txBox="1"/>
          <p:nvPr/>
        </p:nvSpPr>
        <p:spPr>
          <a:xfrm>
            <a:off x="2554800" y="4584500"/>
            <a:ext cx="40344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All Backgrounds Are Welcome. Seriously. Everyone.</a:t>
            </a:r>
            <a:endParaRPr sz="13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/>
          <p:nvPr/>
        </p:nvSpPr>
        <p:spPr>
          <a:xfrm>
            <a:off x="6194488" y="1460713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"/>
          <p:cNvSpPr/>
          <p:nvPr/>
        </p:nvSpPr>
        <p:spPr>
          <a:xfrm>
            <a:off x="2208050" y="1460725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"/>
          <p:cNvSpPr/>
          <p:nvPr/>
        </p:nvSpPr>
        <p:spPr>
          <a:xfrm rot="-6188362">
            <a:off x="-896977" y="-646962"/>
            <a:ext cx="2296318" cy="2418424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RESOURCES DO WE PROVIDE?</a:t>
            </a:r>
            <a:endParaRPr/>
          </a:p>
        </p:txBody>
      </p:sp>
      <p:sp>
        <p:nvSpPr>
          <p:cNvPr id="313" name="Google Shape;313;p35"/>
          <p:cNvSpPr txBox="1"/>
          <p:nvPr>
            <p:ph idx="3" type="subTitle"/>
          </p:nvPr>
        </p:nvSpPr>
        <p:spPr>
          <a:xfrm>
            <a:off x="1387551" y="2111075"/>
            <a:ext cx="2213700" cy="64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MENTORSHIP AND GUIDANCE</a:t>
            </a:r>
            <a:endParaRPr/>
          </a:p>
        </p:txBody>
      </p:sp>
      <p:sp>
        <p:nvSpPr>
          <p:cNvPr id="314" name="Google Shape;314;p35"/>
          <p:cNvSpPr txBox="1"/>
          <p:nvPr>
            <p:ph idx="4" type="subTitle"/>
          </p:nvPr>
        </p:nvSpPr>
        <p:spPr>
          <a:xfrm>
            <a:off x="5205238" y="2079125"/>
            <a:ext cx="2551200" cy="71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TO THE GARAGE</a:t>
            </a:r>
            <a:endParaRPr/>
          </a:p>
        </p:txBody>
      </p:sp>
      <p:sp>
        <p:nvSpPr>
          <p:cNvPr id="315" name="Google Shape;315;p35"/>
          <p:cNvSpPr/>
          <p:nvPr/>
        </p:nvSpPr>
        <p:spPr>
          <a:xfrm rot="-6145865">
            <a:off x="8209287" y="3790346"/>
            <a:ext cx="1602674" cy="1664109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"/>
          <p:cNvSpPr/>
          <p:nvPr/>
        </p:nvSpPr>
        <p:spPr>
          <a:xfrm flipH="1" rot="6500991">
            <a:off x="-240338" y="-75126"/>
            <a:ext cx="983027" cy="1354604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grpSp>
        <p:nvGrpSpPr>
          <p:cNvPr id="317" name="Google Shape;317;p35"/>
          <p:cNvGrpSpPr/>
          <p:nvPr/>
        </p:nvGrpSpPr>
        <p:grpSpPr>
          <a:xfrm>
            <a:off x="6303288" y="1569324"/>
            <a:ext cx="355099" cy="355481"/>
            <a:chOff x="3539102" y="2427549"/>
            <a:chExt cx="355099" cy="355481"/>
          </a:xfrm>
        </p:grpSpPr>
        <p:sp>
          <p:nvSpPr>
            <p:cNvPr id="318" name="Google Shape;318;p35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35"/>
          <p:cNvGrpSpPr/>
          <p:nvPr/>
        </p:nvGrpSpPr>
        <p:grpSpPr>
          <a:xfrm>
            <a:off x="2316860" y="1608832"/>
            <a:ext cx="355107" cy="276475"/>
            <a:chOff x="5776798" y="3409778"/>
            <a:chExt cx="346379" cy="264518"/>
          </a:xfrm>
        </p:grpSpPr>
        <p:sp>
          <p:nvSpPr>
            <p:cNvPr id="321" name="Google Shape;321;p35"/>
            <p:cNvSpPr/>
            <p:nvPr/>
          </p:nvSpPr>
          <p:spPr>
            <a:xfrm>
              <a:off x="589010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1" y="1013"/>
                    <a:pt x="167" y="1013"/>
                  </a:cubicBezTo>
                  <a:cubicBezTo>
                    <a:pt x="250" y="1013"/>
                    <a:pt x="321" y="929"/>
                    <a:pt x="321" y="846"/>
                  </a:cubicBezTo>
                  <a:lnTo>
                    <a:pt x="321" y="143"/>
                  </a:lnTo>
                  <a:cubicBezTo>
                    <a:pt x="321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5"/>
            <p:cNvSpPr/>
            <p:nvPr/>
          </p:nvSpPr>
          <p:spPr>
            <a:xfrm>
              <a:off x="599809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2" y="1013"/>
                    <a:pt x="167" y="1013"/>
                  </a:cubicBezTo>
                  <a:cubicBezTo>
                    <a:pt x="250" y="1013"/>
                    <a:pt x="322" y="929"/>
                    <a:pt x="322" y="846"/>
                  </a:cubicBezTo>
                  <a:lnTo>
                    <a:pt x="322" y="143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5814673" y="3528367"/>
              <a:ext cx="43222" cy="15564"/>
            </a:xfrm>
            <a:custGeom>
              <a:rect b="b" l="l" r="r" t="t"/>
              <a:pathLst>
                <a:path extrusionOk="0" h="489" w="1358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9"/>
                    <a:pt x="1167" y="489"/>
                    <a:pt x="1191" y="489"/>
                  </a:cubicBezTo>
                  <a:cubicBezTo>
                    <a:pt x="1251" y="489"/>
                    <a:pt x="1310" y="453"/>
                    <a:pt x="1346" y="394"/>
                  </a:cubicBezTo>
                  <a:cubicBezTo>
                    <a:pt x="1358" y="322"/>
                    <a:pt x="1322" y="239"/>
                    <a:pt x="1251" y="191"/>
                  </a:cubicBezTo>
                  <a:cubicBezTo>
                    <a:pt x="882" y="13"/>
                    <a:pt x="19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5797995" y="3631074"/>
              <a:ext cx="10662" cy="42458"/>
            </a:xfrm>
            <a:custGeom>
              <a:rect b="b" l="l" r="r" t="t"/>
              <a:pathLst>
                <a:path extrusionOk="0" h="1334" w="335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1179"/>
                  </a:lnTo>
                  <a:cubicBezTo>
                    <a:pt x="1" y="1262"/>
                    <a:pt x="84" y="1334"/>
                    <a:pt x="167" y="1334"/>
                  </a:cubicBezTo>
                  <a:cubicBezTo>
                    <a:pt x="251" y="1334"/>
                    <a:pt x="334" y="1262"/>
                    <a:pt x="334" y="1179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5776798" y="3409778"/>
              <a:ext cx="346379" cy="264136"/>
            </a:xfrm>
            <a:custGeom>
              <a:rect b="b" l="l" r="r" t="t"/>
              <a:pathLst>
                <a:path extrusionOk="0" h="8299" w="10883">
                  <a:moveTo>
                    <a:pt x="9144" y="2512"/>
                  </a:moveTo>
                  <a:cubicBezTo>
                    <a:pt x="9418" y="2512"/>
                    <a:pt x="9656" y="2715"/>
                    <a:pt x="9656" y="2953"/>
                  </a:cubicBezTo>
                  <a:lnTo>
                    <a:pt x="9656" y="2977"/>
                  </a:lnTo>
                  <a:cubicBezTo>
                    <a:pt x="9501" y="2917"/>
                    <a:pt x="9335" y="2869"/>
                    <a:pt x="9144" y="2869"/>
                  </a:cubicBezTo>
                  <a:cubicBezTo>
                    <a:pt x="8965" y="2869"/>
                    <a:pt x="8787" y="2905"/>
                    <a:pt x="8620" y="2977"/>
                  </a:cubicBezTo>
                  <a:lnTo>
                    <a:pt x="8620" y="2953"/>
                  </a:lnTo>
                  <a:cubicBezTo>
                    <a:pt x="8620" y="2727"/>
                    <a:pt x="8858" y="2512"/>
                    <a:pt x="9144" y="2512"/>
                  </a:cubicBezTo>
                  <a:close/>
                  <a:moveTo>
                    <a:pt x="2869" y="3203"/>
                  </a:moveTo>
                  <a:lnTo>
                    <a:pt x="2869" y="3858"/>
                  </a:lnTo>
                  <a:cubicBezTo>
                    <a:pt x="2869" y="3965"/>
                    <a:pt x="2846" y="4060"/>
                    <a:pt x="2798" y="4167"/>
                  </a:cubicBezTo>
                  <a:lnTo>
                    <a:pt x="2727" y="4334"/>
                  </a:lnTo>
                  <a:cubicBezTo>
                    <a:pt x="2715" y="4346"/>
                    <a:pt x="2715" y="4382"/>
                    <a:pt x="2715" y="4405"/>
                  </a:cubicBezTo>
                  <a:lnTo>
                    <a:pt x="2715" y="4751"/>
                  </a:lnTo>
                  <a:cubicBezTo>
                    <a:pt x="2715" y="4989"/>
                    <a:pt x="2619" y="5191"/>
                    <a:pt x="2441" y="5358"/>
                  </a:cubicBezTo>
                  <a:cubicBezTo>
                    <a:pt x="2298" y="5525"/>
                    <a:pt x="2072" y="5596"/>
                    <a:pt x="1834" y="5596"/>
                  </a:cubicBezTo>
                  <a:cubicBezTo>
                    <a:pt x="1369" y="5584"/>
                    <a:pt x="1000" y="5179"/>
                    <a:pt x="1000" y="4703"/>
                  </a:cubicBezTo>
                  <a:lnTo>
                    <a:pt x="1000" y="4405"/>
                  </a:lnTo>
                  <a:cubicBezTo>
                    <a:pt x="1000" y="4382"/>
                    <a:pt x="1000" y="4358"/>
                    <a:pt x="988" y="4334"/>
                  </a:cubicBezTo>
                  <a:lnTo>
                    <a:pt x="881" y="4143"/>
                  </a:lnTo>
                  <a:cubicBezTo>
                    <a:pt x="845" y="4060"/>
                    <a:pt x="822" y="3989"/>
                    <a:pt x="822" y="3905"/>
                  </a:cubicBezTo>
                  <a:lnTo>
                    <a:pt x="822" y="3882"/>
                  </a:lnTo>
                  <a:cubicBezTo>
                    <a:pt x="822" y="3501"/>
                    <a:pt x="1131" y="3203"/>
                    <a:pt x="1500" y="3203"/>
                  </a:cubicBezTo>
                  <a:close/>
                  <a:moveTo>
                    <a:pt x="9144" y="3215"/>
                  </a:moveTo>
                  <a:cubicBezTo>
                    <a:pt x="9704" y="3215"/>
                    <a:pt x="10168" y="3679"/>
                    <a:pt x="10168" y="4239"/>
                  </a:cubicBezTo>
                  <a:cubicBezTo>
                    <a:pt x="10168" y="4346"/>
                    <a:pt x="10156" y="4465"/>
                    <a:pt x="10108" y="4572"/>
                  </a:cubicBezTo>
                  <a:cubicBezTo>
                    <a:pt x="9656" y="4108"/>
                    <a:pt x="8870" y="3929"/>
                    <a:pt x="8823" y="3929"/>
                  </a:cubicBezTo>
                  <a:cubicBezTo>
                    <a:pt x="8814" y="3926"/>
                    <a:pt x="8804" y="3925"/>
                    <a:pt x="8794" y="3925"/>
                  </a:cubicBezTo>
                  <a:cubicBezTo>
                    <a:pt x="8763" y="3925"/>
                    <a:pt x="8727" y="3938"/>
                    <a:pt x="8692" y="3965"/>
                  </a:cubicBezTo>
                  <a:cubicBezTo>
                    <a:pt x="8644" y="3989"/>
                    <a:pt x="8632" y="4036"/>
                    <a:pt x="8632" y="4084"/>
                  </a:cubicBezTo>
                  <a:cubicBezTo>
                    <a:pt x="8632" y="4084"/>
                    <a:pt x="8632" y="4179"/>
                    <a:pt x="8513" y="4298"/>
                  </a:cubicBezTo>
                  <a:cubicBezTo>
                    <a:pt x="8453" y="4358"/>
                    <a:pt x="8453" y="4465"/>
                    <a:pt x="8513" y="4524"/>
                  </a:cubicBezTo>
                  <a:cubicBezTo>
                    <a:pt x="8543" y="4554"/>
                    <a:pt x="8584" y="4569"/>
                    <a:pt x="8626" y="4569"/>
                  </a:cubicBezTo>
                  <a:cubicBezTo>
                    <a:pt x="8668" y="4569"/>
                    <a:pt x="8709" y="4554"/>
                    <a:pt x="8739" y="4524"/>
                  </a:cubicBezTo>
                  <a:cubicBezTo>
                    <a:pt x="8823" y="4441"/>
                    <a:pt x="8882" y="4346"/>
                    <a:pt x="8918" y="4274"/>
                  </a:cubicBezTo>
                  <a:cubicBezTo>
                    <a:pt x="9180" y="4346"/>
                    <a:pt x="9739" y="4560"/>
                    <a:pt x="9989" y="4894"/>
                  </a:cubicBezTo>
                  <a:cubicBezTo>
                    <a:pt x="9906" y="5298"/>
                    <a:pt x="9573" y="5596"/>
                    <a:pt x="9144" y="5596"/>
                  </a:cubicBezTo>
                  <a:cubicBezTo>
                    <a:pt x="8704" y="5596"/>
                    <a:pt x="8334" y="5275"/>
                    <a:pt x="8287" y="4834"/>
                  </a:cubicBezTo>
                  <a:cubicBezTo>
                    <a:pt x="8287" y="4810"/>
                    <a:pt x="8275" y="4798"/>
                    <a:pt x="8263" y="4774"/>
                  </a:cubicBezTo>
                  <a:cubicBezTo>
                    <a:pt x="8156" y="4620"/>
                    <a:pt x="8108" y="4441"/>
                    <a:pt x="8108" y="4239"/>
                  </a:cubicBezTo>
                  <a:cubicBezTo>
                    <a:pt x="8108" y="3679"/>
                    <a:pt x="8573" y="3215"/>
                    <a:pt x="9144" y="3215"/>
                  </a:cubicBezTo>
                  <a:close/>
                  <a:moveTo>
                    <a:pt x="5441" y="298"/>
                  </a:moveTo>
                  <a:cubicBezTo>
                    <a:pt x="6013" y="298"/>
                    <a:pt x="6489" y="488"/>
                    <a:pt x="6858" y="845"/>
                  </a:cubicBezTo>
                  <a:cubicBezTo>
                    <a:pt x="7227" y="1226"/>
                    <a:pt x="7453" y="1738"/>
                    <a:pt x="7501" y="2369"/>
                  </a:cubicBezTo>
                  <a:cubicBezTo>
                    <a:pt x="7620" y="4060"/>
                    <a:pt x="7763" y="5001"/>
                    <a:pt x="7822" y="5334"/>
                  </a:cubicBezTo>
                  <a:lnTo>
                    <a:pt x="7822" y="5346"/>
                  </a:lnTo>
                  <a:cubicBezTo>
                    <a:pt x="7632" y="5453"/>
                    <a:pt x="7310" y="5632"/>
                    <a:pt x="6787" y="5763"/>
                  </a:cubicBezTo>
                  <a:lnTo>
                    <a:pt x="6525" y="5644"/>
                  </a:lnTo>
                  <a:cubicBezTo>
                    <a:pt x="6453" y="5608"/>
                    <a:pt x="6418" y="5548"/>
                    <a:pt x="6418" y="5477"/>
                  </a:cubicBezTo>
                  <a:lnTo>
                    <a:pt x="6418" y="4929"/>
                  </a:lnTo>
                  <a:cubicBezTo>
                    <a:pt x="6918" y="4596"/>
                    <a:pt x="7263" y="4024"/>
                    <a:pt x="7263" y="3370"/>
                  </a:cubicBezTo>
                  <a:lnTo>
                    <a:pt x="7263" y="3072"/>
                  </a:lnTo>
                  <a:cubicBezTo>
                    <a:pt x="7263" y="2869"/>
                    <a:pt x="7180" y="2691"/>
                    <a:pt x="7037" y="2560"/>
                  </a:cubicBezTo>
                  <a:cubicBezTo>
                    <a:pt x="6727" y="2274"/>
                    <a:pt x="6001" y="1798"/>
                    <a:pt x="4751" y="1667"/>
                  </a:cubicBezTo>
                  <a:cubicBezTo>
                    <a:pt x="4744" y="1666"/>
                    <a:pt x="4737" y="1666"/>
                    <a:pt x="4730" y="1666"/>
                  </a:cubicBezTo>
                  <a:cubicBezTo>
                    <a:pt x="4645" y="1666"/>
                    <a:pt x="4583" y="1733"/>
                    <a:pt x="4572" y="1822"/>
                  </a:cubicBezTo>
                  <a:cubicBezTo>
                    <a:pt x="4548" y="1905"/>
                    <a:pt x="4632" y="1977"/>
                    <a:pt x="4715" y="2000"/>
                  </a:cubicBezTo>
                  <a:cubicBezTo>
                    <a:pt x="5882" y="2119"/>
                    <a:pt x="6537" y="2548"/>
                    <a:pt x="6834" y="2798"/>
                  </a:cubicBezTo>
                  <a:cubicBezTo>
                    <a:pt x="6906" y="2858"/>
                    <a:pt x="6953" y="2965"/>
                    <a:pt x="6953" y="3072"/>
                  </a:cubicBezTo>
                  <a:lnTo>
                    <a:pt x="6953" y="3370"/>
                  </a:lnTo>
                  <a:cubicBezTo>
                    <a:pt x="6953" y="4215"/>
                    <a:pt x="6263" y="4894"/>
                    <a:pt x="5417" y="4894"/>
                  </a:cubicBezTo>
                  <a:cubicBezTo>
                    <a:pt x="4572" y="4894"/>
                    <a:pt x="3881" y="4215"/>
                    <a:pt x="3881" y="3370"/>
                  </a:cubicBezTo>
                  <a:lnTo>
                    <a:pt x="3881" y="3227"/>
                  </a:lnTo>
                  <a:cubicBezTo>
                    <a:pt x="3881" y="3167"/>
                    <a:pt x="3917" y="3108"/>
                    <a:pt x="3977" y="3084"/>
                  </a:cubicBezTo>
                  <a:cubicBezTo>
                    <a:pt x="4167" y="2965"/>
                    <a:pt x="4429" y="2750"/>
                    <a:pt x="4548" y="2393"/>
                  </a:cubicBezTo>
                  <a:cubicBezTo>
                    <a:pt x="4584" y="2310"/>
                    <a:pt x="4536" y="2215"/>
                    <a:pt x="4453" y="2203"/>
                  </a:cubicBezTo>
                  <a:cubicBezTo>
                    <a:pt x="4434" y="2198"/>
                    <a:pt x="4415" y="2196"/>
                    <a:pt x="4398" y="2196"/>
                  </a:cubicBezTo>
                  <a:cubicBezTo>
                    <a:pt x="4327" y="2196"/>
                    <a:pt x="4270" y="2234"/>
                    <a:pt x="4251" y="2310"/>
                  </a:cubicBezTo>
                  <a:cubicBezTo>
                    <a:pt x="4167" y="2572"/>
                    <a:pt x="3977" y="2727"/>
                    <a:pt x="3822" y="2810"/>
                  </a:cubicBezTo>
                  <a:cubicBezTo>
                    <a:pt x="3679" y="2905"/>
                    <a:pt x="3572" y="3072"/>
                    <a:pt x="3572" y="3227"/>
                  </a:cubicBezTo>
                  <a:lnTo>
                    <a:pt x="3572" y="3370"/>
                  </a:lnTo>
                  <a:cubicBezTo>
                    <a:pt x="3572" y="4024"/>
                    <a:pt x="3917" y="4584"/>
                    <a:pt x="4417" y="4929"/>
                  </a:cubicBezTo>
                  <a:lnTo>
                    <a:pt x="4417" y="5477"/>
                  </a:lnTo>
                  <a:cubicBezTo>
                    <a:pt x="4417" y="5548"/>
                    <a:pt x="4370" y="5608"/>
                    <a:pt x="4310" y="5644"/>
                  </a:cubicBezTo>
                  <a:lnTo>
                    <a:pt x="4048" y="5763"/>
                  </a:lnTo>
                  <a:cubicBezTo>
                    <a:pt x="3536" y="5632"/>
                    <a:pt x="3215" y="5453"/>
                    <a:pt x="3060" y="5346"/>
                  </a:cubicBezTo>
                  <a:lnTo>
                    <a:pt x="3060" y="5334"/>
                  </a:lnTo>
                  <a:cubicBezTo>
                    <a:pt x="3131" y="5001"/>
                    <a:pt x="3262" y="4060"/>
                    <a:pt x="3393" y="2369"/>
                  </a:cubicBezTo>
                  <a:cubicBezTo>
                    <a:pt x="3441" y="1738"/>
                    <a:pt x="3655" y="1226"/>
                    <a:pt x="4036" y="845"/>
                  </a:cubicBezTo>
                  <a:cubicBezTo>
                    <a:pt x="4393" y="488"/>
                    <a:pt x="4882" y="298"/>
                    <a:pt x="5441" y="298"/>
                  </a:cubicBezTo>
                  <a:close/>
                  <a:moveTo>
                    <a:pt x="2750" y="5465"/>
                  </a:moveTo>
                  <a:cubicBezTo>
                    <a:pt x="2786" y="5501"/>
                    <a:pt x="2810" y="5572"/>
                    <a:pt x="2869" y="5596"/>
                  </a:cubicBezTo>
                  <a:cubicBezTo>
                    <a:pt x="3000" y="5691"/>
                    <a:pt x="3239" y="5822"/>
                    <a:pt x="3584" y="5941"/>
                  </a:cubicBezTo>
                  <a:lnTo>
                    <a:pt x="3155" y="6144"/>
                  </a:lnTo>
                  <a:lnTo>
                    <a:pt x="2655" y="6001"/>
                  </a:lnTo>
                  <a:cubicBezTo>
                    <a:pt x="2512" y="5953"/>
                    <a:pt x="2512" y="5953"/>
                    <a:pt x="2512" y="5906"/>
                  </a:cubicBezTo>
                  <a:lnTo>
                    <a:pt x="2512" y="5691"/>
                  </a:lnTo>
                  <a:cubicBezTo>
                    <a:pt x="2572" y="5656"/>
                    <a:pt x="2619" y="5608"/>
                    <a:pt x="2667" y="5572"/>
                  </a:cubicBezTo>
                  <a:cubicBezTo>
                    <a:pt x="2691" y="5536"/>
                    <a:pt x="2727" y="5513"/>
                    <a:pt x="2750" y="5465"/>
                  </a:cubicBezTo>
                  <a:close/>
                  <a:moveTo>
                    <a:pt x="8096" y="5239"/>
                  </a:moveTo>
                  <a:cubicBezTo>
                    <a:pt x="8180" y="5417"/>
                    <a:pt x="8323" y="5572"/>
                    <a:pt x="8477" y="5691"/>
                  </a:cubicBezTo>
                  <a:lnTo>
                    <a:pt x="8477" y="6025"/>
                  </a:lnTo>
                  <a:lnTo>
                    <a:pt x="8489" y="6025"/>
                  </a:lnTo>
                  <a:lnTo>
                    <a:pt x="7977" y="6287"/>
                  </a:lnTo>
                  <a:cubicBezTo>
                    <a:pt x="7977" y="6287"/>
                    <a:pt x="7965" y="6287"/>
                    <a:pt x="7965" y="6263"/>
                  </a:cubicBezTo>
                  <a:lnTo>
                    <a:pt x="7227" y="5941"/>
                  </a:lnTo>
                  <a:cubicBezTo>
                    <a:pt x="7596" y="5822"/>
                    <a:pt x="7822" y="5667"/>
                    <a:pt x="7942" y="5596"/>
                  </a:cubicBezTo>
                  <a:cubicBezTo>
                    <a:pt x="8049" y="5525"/>
                    <a:pt x="8108" y="5406"/>
                    <a:pt x="8096" y="5275"/>
                  </a:cubicBezTo>
                  <a:lnTo>
                    <a:pt x="8096" y="5239"/>
                  </a:lnTo>
                  <a:close/>
                  <a:moveTo>
                    <a:pt x="2203" y="5870"/>
                  </a:moveTo>
                  <a:lnTo>
                    <a:pt x="2203" y="5929"/>
                  </a:lnTo>
                  <a:cubicBezTo>
                    <a:pt x="2203" y="5953"/>
                    <a:pt x="2203" y="5989"/>
                    <a:pt x="2215" y="6013"/>
                  </a:cubicBezTo>
                  <a:lnTo>
                    <a:pt x="1857" y="6370"/>
                  </a:lnTo>
                  <a:lnTo>
                    <a:pt x="1500" y="6013"/>
                  </a:lnTo>
                  <a:cubicBezTo>
                    <a:pt x="1512" y="5989"/>
                    <a:pt x="1512" y="5953"/>
                    <a:pt x="1512" y="5929"/>
                  </a:cubicBezTo>
                  <a:lnTo>
                    <a:pt x="1512" y="5870"/>
                  </a:lnTo>
                  <a:cubicBezTo>
                    <a:pt x="1619" y="5894"/>
                    <a:pt x="1726" y="5929"/>
                    <a:pt x="1834" y="5929"/>
                  </a:cubicBezTo>
                  <a:lnTo>
                    <a:pt x="1857" y="5929"/>
                  </a:lnTo>
                  <a:cubicBezTo>
                    <a:pt x="1976" y="5929"/>
                    <a:pt x="2096" y="5906"/>
                    <a:pt x="2203" y="5870"/>
                  </a:cubicBezTo>
                  <a:close/>
                  <a:moveTo>
                    <a:pt x="9525" y="5882"/>
                  </a:moveTo>
                  <a:lnTo>
                    <a:pt x="9525" y="6048"/>
                  </a:lnTo>
                  <a:cubicBezTo>
                    <a:pt x="9525" y="6108"/>
                    <a:pt x="9537" y="6144"/>
                    <a:pt x="9573" y="6191"/>
                  </a:cubicBezTo>
                  <a:lnTo>
                    <a:pt x="9394" y="6322"/>
                  </a:lnTo>
                  <a:cubicBezTo>
                    <a:pt x="9323" y="6394"/>
                    <a:pt x="9236" y="6429"/>
                    <a:pt x="9151" y="6429"/>
                  </a:cubicBezTo>
                  <a:cubicBezTo>
                    <a:pt x="9067" y="6429"/>
                    <a:pt x="8983" y="6394"/>
                    <a:pt x="8918" y="6322"/>
                  </a:cubicBezTo>
                  <a:lnTo>
                    <a:pt x="8763" y="6191"/>
                  </a:lnTo>
                  <a:cubicBezTo>
                    <a:pt x="8799" y="6144"/>
                    <a:pt x="8811" y="6084"/>
                    <a:pt x="8811" y="6048"/>
                  </a:cubicBezTo>
                  <a:lnTo>
                    <a:pt x="8811" y="5882"/>
                  </a:lnTo>
                  <a:cubicBezTo>
                    <a:pt x="8918" y="5906"/>
                    <a:pt x="9037" y="5941"/>
                    <a:pt x="9168" y="5941"/>
                  </a:cubicBezTo>
                  <a:cubicBezTo>
                    <a:pt x="9287" y="5941"/>
                    <a:pt x="9406" y="5929"/>
                    <a:pt x="9525" y="5882"/>
                  </a:cubicBezTo>
                  <a:close/>
                  <a:moveTo>
                    <a:pt x="6096" y="5096"/>
                  </a:moveTo>
                  <a:lnTo>
                    <a:pt x="6096" y="5477"/>
                  </a:lnTo>
                  <a:cubicBezTo>
                    <a:pt x="6096" y="5667"/>
                    <a:pt x="6215" y="5846"/>
                    <a:pt x="6394" y="5941"/>
                  </a:cubicBezTo>
                  <a:lnTo>
                    <a:pt x="6632" y="6048"/>
                  </a:lnTo>
                  <a:cubicBezTo>
                    <a:pt x="6406" y="6489"/>
                    <a:pt x="5941" y="6787"/>
                    <a:pt x="5417" y="6787"/>
                  </a:cubicBezTo>
                  <a:cubicBezTo>
                    <a:pt x="4894" y="6787"/>
                    <a:pt x="4441" y="6501"/>
                    <a:pt x="4203" y="6048"/>
                  </a:cubicBezTo>
                  <a:lnTo>
                    <a:pt x="4441" y="5941"/>
                  </a:lnTo>
                  <a:cubicBezTo>
                    <a:pt x="4620" y="5870"/>
                    <a:pt x="4739" y="5691"/>
                    <a:pt x="4739" y="5477"/>
                  </a:cubicBezTo>
                  <a:lnTo>
                    <a:pt x="4739" y="5096"/>
                  </a:lnTo>
                  <a:cubicBezTo>
                    <a:pt x="4941" y="5179"/>
                    <a:pt x="5179" y="5227"/>
                    <a:pt x="5417" y="5227"/>
                  </a:cubicBezTo>
                  <a:cubicBezTo>
                    <a:pt x="5656" y="5227"/>
                    <a:pt x="5894" y="5179"/>
                    <a:pt x="6096" y="5096"/>
                  </a:cubicBezTo>
                  <a:close/>
                  <a:moveTo>
                    <a:pt x="5417" y="0"/>
                  </a:moveTo>
                  <a:cubicBezTo>
                    <a:pt x="4763" y="0"/>
                    <a:pt x="4215" y="226"/>
                    <a:pt x="3786" y="643"/>
                  </a:cubicBezTo>
                  <a:cubicBezTo>
                    <a:pt x="3346" y="1060"/>
                    <a:pt x="3096" y="1655"/>
                    <a:pt x="3048" y="2346"/>
                  </a:cubicBezTo>
                  <a:cubicBezTo>
                    <a:pt x="3036" y="2548"/>
                    <a:pt x="3024" y="2703"/>
                    <a:pt x="3012" y="2881"/>
                  </a:cubicBezTo>
                  <a:lnTo>
                    <a:pt x="1524" y="2881"/>
                  </a:lnTo>
                  <a:cubicBezTo>
                    <a:pt x="964" y="2881"/>
                    <a:pt x="512" y="3334"/>
                    <a:pt x="512" y="3893"/>
                  </a:cubicBezTo>
                  <a:lnTo>
                    <a:pt x="512" y="3917"/>
                  </a:lnTo>
                  <a:cubicBezTo>
                    <a:pt x="512" y="4048"/>
                    <a:pt x="536" y="4167"/>
                    <a:pt x="595" y="4286"/>
                  </a:cubicBezTo>
                  <a:lnTo>
                    <a:pt x="667" y="4453"/>
                  </a:lnTo>
                  <a:lnTo>
                    <a:pt x="667" y="4703"/>
                  </a:lnTo>
                  <a:cubicBezTo>
                    <a:pt x="667" y="5120"/>
                    <a:pt x="881" y="5477"/>
                    <a:pt x="1179" y="5703"/>
                  </a:cubicBezTo>
                  <a:lnTo>
                    <a:pt x="1179" y="5929"/>
                  </a:lnTo>
                  <a:cubicBezTo>
                    <a:pt x="1179" y="5953"/>
                    <a:pt x="1167" y="5989"/>
                    <a:pt x="1131" y="5989"/>
                  </a:cubicBezTo>
                  <a:lnTo>
                    <a:pt x="476" y="6179"/>
                  </a:lnTo>
                  <a:cubicBezTo>
                    <a:pt x="191" y="6251"/>
                    <a:pt x="0" y="6513"/>
                    <a:pt x="0" y="6810"/>
                  </a:cubicBezTo>
                  <a:lnTo>
                    <a:pt x="0" y="8120"/>
                  </a:lnTo>
                  <a:cubicBezTo>
                    <a:pt x="0" y="8215"/>
                    <a:pt x="71" y="8287"/>
                    <a:pt x="167" y="8287"/>
                  </a:cubicBezTo>
                  <a:cubicBezTo>
                    <a:pt x="250" y="8287"/>
                    <a:pt x="333" y="8215"/>
                    <a:pt x="333" y="8120"/>
                  </a:cubicBezTo>
                  <a:lnTo>
                    <a:pt x="333" y="6810"/>
                  </a:lnTo>
                  <a:cubicBezTo>
                    <a:pt x="333" y="6668"/>
                    <a:pt x="429" y="6513"/>
                    <a:pt x="583" y="6477"/>
                  </a:cubicBezTo>
                  <a:lnTo>
                    <a:pt x="1238" y="6287"/>
                  </a:lnTo>
                  <a:cubicBezTo>
                    <a:pt x="1262" y="6287"/>
                    <a:pt x="1286" y="6263"/>
                    <a:pt x="1310" y="6251"/>
                  </a:cubicBezTo>
                  <a:lnTo>
                    <a:pt x="1715" y="6656"/>
                  </a:lnTo>
                  <a:lnTo>
                    <a:pt x="1715" y="8108"/>
                  </a:lnTo>
                  <a:cubicBezTo>
                    <a:pt x="1715" y="8203"/>
                    <a:pt x="1786" y="8275"/>
                    <a:pt x="1881" y="8275"/>
                  </a:cubicBezTo>
                  <a:cubicBezTo>
                    <a:pt x="1965" y="8275"/>
                    <a:pt x="2036" y="8203"/>
                    <a:pt x="2036" y="8108"/>
                  </a:cubicBezTo>
                  <a:lnTo>
                    <a:pt x="2036" y="6656"/>
                  </a:lnTo>
                  <a:lnTo>
                    <a:pt x="2441" y="6251"/>
                  </a:lnTo>
                  <a:cubicBezTo>
                    <a:pt x="2500" y="6287"/>
                    <a:pt x="2548" y="6298"/>
                    <a:pt x="2596" y="6310"/>
                  </a:cubicBezTo>
                  <a:lnTo>
                    <a:pt x="2750" y="6358"/>
                  </a:lnTo>
                  <a:cubicBezTo>
                    <a:pt x="2536" y="6501"/>
                    <a:pt x="2393" y="6751"/>
                    <a:pt x="2393" y="7037"/>
                  </a:cubicBezTo>
                  <a:lnTo>
                    <a:pt x="2393" y="8120"/>
                  </a:lnTo>
                  <a:cubicBezTo>
                    <a:pt x="2393" y="8215"/>
                    <a:pt x="2465" y="8287"/>
                    <a:pt x="2560" y="8287"/>
                  </a:cubicBezTo>
                  <a:cubicBezTo>
                    <a:pt x="2643" y="8287"/>
                    <a:pt x="2727" y="8215"/>
                    <a:pt x="2727" y="8120"/>
                  </a:cubicBezTo>
                  <a:lnTo>
                    <a:pt x="2727" y="7037"/>
                  </a:lnTo>
                  <a:cubicBezTo>
                    <a:pt x="2727" y="6834"/>
                    <a:pt x="2846" y="6656"/>
                    <a:pt x="3036" y="6560"/>
                  </a:cubicBezTo>
                  <a:lnTo>
                    <a:pt x="3941" y="6156"/>
                  </a:lnTo>
                  <a:cubicBezTo>
                    <a:pt x="4227" y="6727"/>
                    <a:pt x="4810" y="7096"/>
                    <a:pt x="5441" y="7096"/>
                  </a:cubicBezTo>
                  <a:cubicBezTo>
                    <a:pt x="6084" y="7096"/>
                    <a:pt x="6668" y="6739"/>
                    <a:pt x="6953" y="6156"/>
                  </a:cubicBezTo>
                  <a:lnTo>
                    <a:pt x="7858" y="6560"/>
                  </a:lnTo>
                  <a:cubicBezTo>
                    <a:pt x="8049" y="6656"/>
                    <a:pt x="8168" y="6834"/>
                    <a:pt x="8168" y="7037"/>
                  </a:cubicBezTo>
                  <a:lnTo>
                    <a:pt x="8168" y="8120"/>
                  </a:lnTo>
                  <a:cubicBezTo>
                    <a:pt x="8168" y="8215"/>
                    <a:pt x="8239" y="8287"/>
                    <a:pt x="8334" y="8287"/>
                  </a:cubicBezTo>
                  <a:cubicBezTo>
                    <a:pt x="8418" y="8287"/>
                    <a:pt x="8501" y="8215"/>
                    <a:pt x="8501" y="8120"/>
                  </a:cubicBezTo>
                  <a:lnTo>
                    <a:pt x="8501" y="7037"/>
                  </a:lnTo>
                  <a:cubicBezTo>
                    <a:pt x="8501" y="6834"/>
                    <a:pt x="8418" y="6656"/>
                    <a:pt x="8299" y="6501"/>
                  </a:cubicBezTo>
                  <a:lnTo>
                    <a:pt x="8537" y="6382"/>
                  </a:lnTo>
                  <a:lnTo>
                    <a:pt x="8715" y="6560"/>
                  </a:lnTo>
                  <a:cubicBezTo>
                    <a:pt x="8858" y="6679"/>
                    <a:pt x="9013" y="6739"/>
                    <a:pt x="9180" y="6739"/>
                  </a:cubicBezTo>
                  <a:cubicBezTo>
                    <a:pt x="9346" y="6739"/>
                    <a:pt x="9513" y="6679"/>
                    <a:pt x="9644" y="6560"/>
                  </a:cubicBezTo>
                  <a:lnTo>
                    <a:pt x="9823" y="6382"/>
                  </a:lnTo>
                  <a:lnTo>
                    <a:pt x="10358" y="6656"/>
                  </a:lnTo>
                  <a:cubicBezTo>
                    <a:pt x="10478" y="6715"/>
                    <a:pt x="10549" y="6834"/>
                    <a:pt x="10549" y="6965"/>
                  </a:cubicBezTo>
                  <a:lnTo>
                    <a:pt x="10549" y="8144"/>
                  </a:lnTo>
                  <a:cubicBezTo>
                    <a:pt x="10549" y="8227"/>
                    <a:pt x="10620" y="8299"/>
                    <a:pt x="10716" y="8299"/>
                  </a:cubicBezTo>
                  <a:cubicBezTo>
                    <a:pt x="10799" y="8299"/>
                    <a:pt x="10882" y="8227"/>
                    <a:pt x="10882" y="8144"/>
                  </a:cubicBezTo>
                  <a:lnTo>
                    <a:pt x="10882" y="6965"/>
                  </a:lnTo>
                  <a:cubicBezTo>
                    <a:pt x="10823" y="6703"/>
                    <a:pt x="10692" y="6477"/>
                    <a:pt x="10466" y="6358"/>
                  </a:cubicBezTo>
                  <a:lnTo>
                    <a:pt x="9823" y="6025"/>
                  </a:lnTo>
                  <a:lnTo>
                    <a:pt x="9823" y="6013"/>
                  </a:lnTo>
                  <a:lnTo>
                    <a:pt x="9823" y="5691"/>
                  </a:lnTo>
                  <a:cubicBezTo>
                    <a:pt x="10097" y="5501"/>
                    <a:pt x="10275" y="5227"/>
                    <a:pt x="10311" y="4882"/>
                  </a:cubicBezTo>
                  <a:cubicBezTo>
                    <a:pt x="10430" y="4679"/>
                    <a:pt x="10489" y="4453"/>
                    <a:pt x="10489" y="4215"/>
                  </a:cubicBezTo>
                  <a:cubicBezTo>
                    <a:pt x="10489" y="3786"/>
                    <a:pt x="10287" y="3381"/>
                    <a:pt x="9954" y="3143"/>
                  </a:cubicBezTo>
                  <a:cubicBezTo>
                    <a:pt x="9977" y="3084"/>
                    <a:pt x="9989" y="3012"/>
                    <a:pt x="9989" y="2953"/>
                  </a:cubicBezTo>
                  <a:cubicBezTo>
                    <a:pt x="9989" y="2536"/>
                    <a:pt x="9620" y="2191"/>
                    <a:pt x="9156" y="2191"/>
                  </a:cubicBezTo>
                  <a:cubicBezTo>
                    <a:pt x="8692" y="2191"/>
                    <a:pt x="8323" y="2524"/>
                    <a:pt x="8323" y="2953"/>
                  </a:cubicBezTo>
                  <a:cubicBezTo>
                    <a:pt x="8323" y="3024"/>
                    <a:pt x="8334" y="3084"/>
                    <a:pt x="8346" y="3143"/>
                  </a:cubicBezTo>
                  <a:cubicBezTo>
                    <a:pt x="8156" y="3286"/>
                    <a:pt x="8013" y="3477"/>
                    <a:pt x="7906" y="3715"/>
                  </a:cubicBezTo>
                  <a:cubicBezTo>
                    <a:pt x="7858" y="3334"/>
                    <a:pt x="7834" y="2869"/>
                    <a:pt x="7787" y="2346"/>
                  </a:cubicBezTo>
                  <a:cubicBezTo>
                    <a:pt x="7739" y="1655"/>
                    <a:pt x="7489" y="1060"/>
                    <a:pt x="7060" y="643"/>
                  </a:cubicBezTo>
                  <a:cubicBezTo>
                    <a:pt x="6644" y="226"/>
                    <a:pt x="6072" y="0"/>
                    <a:pt x="5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6089408" y="3637503"/>
              <a:ext cx="10662" cy="36029"/>
            </a:xfrm>
            <a:custGeom>
              <a:rect b="b" l="l" r="r" t="t"/>
              <a:pathLst>
                <a:path extrusionOk="0" h="1132" w="335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977"/>
                  </a:lnTo>
                  <a:cubicBezTo>
                    <a:pt x="1" y="1060"/>
                    <a:pt x="72" y="1132"/>
                    <a:pt x="167" y="1132"/>
                  </a:cubicBezTo>
                  <a:cubicBezTo>
                    <a:pt x="251" y="1132"/>
                    <a:pt x="322" y="1060"/>
                    <a:pt x="322" y="977"/>
                  </a:cubicBezTo>
                  <a:lnTo>
                    <a:pt x="322" y="167"/>
                  </a:lnTo>
                  <a:cubicBezTo>
                    <a:pt x="334" y="84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35"/>
          <p:cNvSpPr/>
          <p:nvPr/>
        </p:nvSpPr>
        <p:spPr>
          <a:xfrm>
            <a:off x="6194488" y="3091588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2208075" y="3091600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5"/>
          <p:cNvSpPr txBox="1"/>
          <p:nvPr>
            <p:ph idx="3" type="subTitle"/>
          </p:nvPr>
        </p:nvSpPr>
        <p:spPr>
          <a:xfrm>
            <a:off x="911175" y="3712700"/>
            <a:ext cx="3166500" cy="9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SPEAKERS,  WORKSHOPS, SEMINARS</a:t>
            </a:r>
            <a:endParaRPr/>
          </a:p>
        </p:txBody>
      </p:sp>
      <p:sp>
        <p:nvSpPr>
          <p:cNvPr id="330" name="Google Shape;330;p35"/>
          <p:cNvSpPr txBox="1"/>
          <p:nvPr>
            <p:ph idx="4" type="subTitle"/>
          </p:nvPr>
        </p:nvSpPr>
        <p:spPr>
          <a:xfrm>
            <a:off x="5205250" y="3741950"/>
            <a:ext cx="2551200" cy="9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SPACE TO BUILD/SCALE YOUR STARTUPS</a:t>
            </a:r>
            <a:endParaRPr/>
          </a:p>
        </p:txBody>
      </p:sp>
      <p:grpSp>
        <p:nvGrpSpPr>
          <p:cNvPr id="331" name="Google Shape;331;p35"/>
          <p:cNvGrpSpPr/>
          <p:nvPr/>
        </p:nvGrpSpPr>
        <p:grpSpPr>
          <a:xfrm>
            <a:off x="6303288" y="3200199"/>
            <a:ext cx="355099" cy="355481"/>
            <a:chOff x="3539102" y="2427549"/>
            <a:chExt cx="355099" cy="355481"/>
          </a:xfrm>
        </p:grpSpPr>
        <p:sp>
          <p:nvSpPr>
            <p:cNvPr id="332" name="Google Shape;332;p35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35"/>
          <p:cNvGrpSpPr/>
          <p:nvPr/>
        </p:nvGrpSpPr>
        <p:grpSpPr>
          <a:xfrm>
            <a:off x="2316885" y="3239707"/>
            <a:ext cx="355107" cy="276475"/>
            <a:chOff x="5776798" y="3409778"/>
            <a:chExt cx="346379" cy="264518"/>
          </a:xfrm>
        </p:grpSpPr>
        <p:sp>
          <p:nvSpPr>
            <p:cNvPr id="335" name="Google Shape;335;p35"/>
            <p:cNvSpPr/>
            <p:nvPr/>
          </p:nvSpPr>
          <p:spPr>
            <a:xfrm>
              <a:off x="589010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1" y="1013"/>
                    <a:pt x="167" y="1013"/>
                  </a:cubicBezTo>
                  <a:cubicBezTo>
                    <a:pt x="250" y="1013"/>
                    <a:pt x="321" y="929"/>
                    <a:pt x="321" y="846"/>
                  </a:cubicBezTo>
                  <a:lnTo>
                    <a:pt x="321" y="143"/>
                  </a:lnTo>
                  <a:cubicBezTo>
                    <a:pt x="321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599809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2" y="1013"/>
                    <a:pt x="167" y="1013"/>
                  </a:cubicBezTo>
                  <a:cubicBezTo>
                    <a:pt x="250" y="1013"/>
                    <a:pt x="322" y="929"/>
                    <a:pt x="322" y="846"/>
                  </a:cubicBezTo>
                  <a:lnTo>
                    <a:pt x="322" y="143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5814673" y="3528367"/>
              <a:ext cx="43222" cy="15564"/>
            </a:xfrm>
            <a:custGeom>
              <a:rect b="b" l="l" r="r" t="t"/>
              <a:pathLst>
                <a:path extrusionOk="0" h="489" w="1358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9"/>
                    <a:pt x="1167" y="489"/>
                    <a:pt x="1191" y="489"/>
                  </a:cubicBezTo>
                  <a:cubicBezTo>
                    <a:pt x="1251" y="489"/>
                    <a:pt x="1310" y="453"/>
                    <a:pt x="1346" y="394"/>
                  </a:cubicBezTo>
                  <a:cubicBezTo>
                    <a:pt x="1358" y="322"/>
                    <a:pt x="1322" y="239"/>
                    <a:pt x="1251" y="191"/>
                  </a:cubicBezTo>
                  <a:cubicBezTo>
                    <a:pt x="882" y="13"/>
                    <a:pt x="19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5797995" y="3631074"/>
              <a:ext cx="10662" cy="42458"/>
            </a:xfrm>
            <a:custGeom>
              <a:rect b="b" l="l" r="r" t="t"/>
              <a:pathLst>
                <a:path extrusionOk="0" h="1334" w="335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1179"/>
                  </a:lnTo>
                  <a:cubicBezTo>
                    <a:pt x="1" y="1262"/>
                    <a:pt x="84" y="1334"/>
                    <a:pt x="167" y="1334"/>
                  </a:cubicBezTo>
                  <a:cubicBezTo>
                    <a:pt x="251" y="1334"/>
                    <a:pt x="334" y="1262"/>
                    <a:pt x="334" y="1179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5776798" y="3409778"/>
              <a:ext cx="346379" cy="264136"/>
            </a:xfrm>
            <a:custGeom>
              <a:rect b="b" l="l" r="r" t="t"/>
              <a:pathLst>
                <a:path extrusionOk="0" h="8299" w="10883">
                  <a:moveTo>
                    <a:pt x="9144" y="2512"/>
                  </a:moveTo>
                  <a:cubicBezTo>
                    <a:pt x="9418" y="2512"/>
                    <a:pt x="9656" y="2715"/>
                    <a:pt x="9656" y="2953"/>
                  </a:cubicBezTo>
                  <a:lnTo>
                    <a:pt x="9656" y="2977"/>
                  </a:lnTo>
                  <a:cubicBezTo>
                    <a:pt x="9501" y="2917"/>
                    <a:pt x="9335" y="2869"/>
                    <a:pt x="9144" y="2869"/>
                  </a:cubicBezTo>
                  <a:cubicBezTo>
                    <a:pt x="8965" y="2869"/>
                    <a:pt x="8787" y="2905"/>
                    <a:pt x="8620" y="2977"/>
                  </a:cubicBezTo>
                  <a:lnTo>
                    <a:pt x="8620" y="2953"/>
                  </a:lnTo>
                  <a:cubicBezTo>
                    <a:pt x="8620" y="2727"/>
                    <a:pt x="8858" y="2512"/>
                    <a:pt x="9144" y="2512"/>
                  </a:cubicBezTo>
                  <a:close/>
                  <a:moveTo>
                    <a:pt x="2869" y="3203"/>
                  </a:moveTo>
                  <a:lnTo>
                    <a:pt x="2869" y="3858"/>
                  </a:lnTo>
                  <a:cubicBezTo>
                    <a:pt x="2869" y="3965"/>
                    <a:pt x="2846" y="4060"/>
                    <a:pt x="2798" y="4167"/>
                  </a:cubicBezTo>
                  <a:lnTo>
                    <a:pt x="2727" y="4334"/>
                  </a:lnTo>
                  <a:cubicBezTo>
                    <a:pt x="2715" y="4346"/>
                    <a:pt x="2715" y="4382"/>
                    <a:pt x="2715" y="4405"/>
                  </a:cubicBezTo>
                  <a:lnTo>
                    <a:pt x="2715" y="4751"/>
                  </a:lnTo>
                  <a:cubicBezTo>
                    <a:pt x="2715" y="4989"/>
                    <a:pt x="2619" y="5191"/>
                    <a:pt x="2441" y="5358"/>
                  </a:cubicBezTo>
                  <a:cubicBezTo>
                    <a:pt x="2298" y="5525"/>
                    <a:pt x="2072" y="5596"/>
                    <a:pt x="1834" y="5596"/>
                  </a:cubicBezTo>
                  <a:cubicBezTo>
                    <a:pt x="1369" y="5584"/>
                    <a:pt x="1000" y="5179"/>
                    <a:pt x="1000" y="4703"/>
                  </a:cubicBezTo>
                  <a:lnTo>
                    <a:pt x="1000" y="4405"/>
                  </a:lnTo>
                  <a:cubicBezTo>
                    <a:pt x="1000" y="4382"/>
                    <a:pt x="1000" y="4358"/>
                    <a:pt x="988" y="4334"/>
                  </a:cubicBezTo>
                  <a:lnTo>
                    <a:pt x="881" y="4143"/>
                  </a:lnTo>
                  <a:cubicBezTo>
                    <a:pt x="845" y="4060"/>
                    <a:pt x="822" y="3989"/>
                    <a:pt x="822" y="3905"/>
                  </a:cubicBezTo>
                  <a:lnTo>
                    <a:pt x="822" y="3882"/>
                  </a:lnTo>
                  <a:cubicBezTo>
                    <a:pt x="822" y="3501"/>
                    <a:pt x="1131" y="3203"/>
                    <a:pt x="1500" y="3203"/>
                  </a:cubicBezTo>
                  <a:close/>
                  <a:moveTo>
                    <a:pt x="9144" y="3215"/>
                  </a:moveTo>
                  <a:cubicBezTo>
                    <a:pt x="9704" y="3215"/>
                    <a:pt x="10168" y="3679"/>
                    <a:pt x="10168" y="4239"/>
                  </a:cubicBezTo>
                  <a:cubicBezTo>
                    <a:pt x="10168" y="4346"/>
                    <a:pt x="10156" y="4465"/>
                    <a:pt x="10108" y="4572"/>
                  </a:cubicBezTo>
                  <a:cubicBezTo>
                    <a:pt x="9656" y="4108"/>
                    <a:pt x="8870" y="3929"/>
                    <a:pt x="8823" y="3929"/>
                  </a:cubicBezTo>
                  <a:cubicBezTo>
                    <a:pt x="8814" y="3926"/>
                    <a:pt x="8804" y="3925"/>
                    <a:pt x="8794" y="3925"/>
                  </a:cubicBezTo>
                  <a:cubicBezTo>
                    <a:pt x="8763" y="3925"/>
                    <a:pt x="8727" y="3938"/>
                    <a:pt x="8692" y="3965"/>
                  </a:cubicBezTo>
                  <a:cubicBezTo>
                    <a:pt x="8644" y="3989"/>
                    <a:pt x="8632" y="4036"/>
                    <a:pt x="8632" y="4084"/>
                  </a:cubicBezTo>
                  <a:cubicBezTo>
                    <a:pt x="8632" y="4084"/>
                    <a:pt x="8632" y="4179"/>
                    <a:pt x="8513" y="4298"/>
                  </a:cubicBezTo>
                  <a:cubicBezTo>
                    <a:pt x="8453" y="4358"/>
                    <a:pt x="8453" y="4465"/>
                    <a:pt x="8513" y="4524"/>
                  </a:cubicBezTo>
                  <a:cubicBezTo>
                    <a:pt x="8543" y="4554"/>
                    <a:pt x="8584" y="4569"/>
                    <a:pt x="8626" y="4569"/>
                  </a:cubicBezTo>
                  <a:cubicBezTo>
                    <a:pt x="8668" y="4569"/>
                    <a:pt x="8709" y="4554"/>
                    <a:pt x="8739" y="4524"/>
                  </a:cubicBezTo>
                  <a:cubicBezTo>
                    <a:pt x="8823" y="4441"/>
                    <a:pt x="8882" y="4346"/>
                    <a:pt x="8918" y="4274"/>
                  </a:cubicBezTo>
                  <a:cubicBezTo>
                    <a:pt x="9180" y="4346"/>
                    <a:pt x="9739" y="4560"/>
                    <a:pt x="9989" y="4894"/>
                  </a:cubicBezTo>
                  <a:cubicBezTo>
                    <a:pt x="9906" y="5298"/>
                    <a:pt x="9573" y="5596"/>
                    <a:pt x="9144" y="5596"/>
                  </a:cubicBezTo>
                  <a:cubicBezTo>
                    <a:pt x="8704" y="5596"/>
                    <a:pt x="8334" y="5275"/>
                    <a:pt x="8287" y="4834"/>
                  </a:cubicBezTo>
                  <a:cubicBezTo>
                    <a:pt x="8287" y="4810"/>
                    <a:pt x="8275" y="4798"/>
                    <a:pt x="8263" y="4774"/>
                  </a:cubicBezTo>
                  <a:cubicBezTo>
                    <a:pt x="8156" y="4620"/>
                    <a:pt x="8108" y="4441"/>
                    <a:pt x="8108" y="4239"/>
                  </a:cubicBezTo>
                  <a:cubicBezTo>
                    <a:pt x="8108" y="3679"/>
                    <a:pt x="8573" y="3215"/>
                    <a:pt x="9144" y="3215"/>
                  </a:cubicBezTo>
                  <a:close/>
                  <a:moveTo>
                    <a:pt x="5441" y="298"/>
                  </a:moveTo>
                  <a:cubicBezTo>
                    <a:pt x="6013" y="298"/>
                    <a:pt x="6489" y="488"/>
                    <a:pt x="6858" y="845"/>
                  </a:cubicBezTo>
                  <a:cubicBezTo>
                    <a:pt x="7227" y="1226"/>
                    <a:pt x="7453" y="1738"/>
                    <a:pt x="7501" y="2369"/>
                  </a:cubicBezTo>
                  <a:cubicBezTo>
                    <a:pt x="7620" y="4060"/>
                    <a:pt x="7763" y="5001"/>
                    <a:pt x="7822" y="5334"/>
                  </a:cubicBezTo>
                  <a:lnTo>
                    <a:pt x="7822" y="5346"/>
                  </a:lnTo>
                  <a:cubicBezTo>
                    <a:pt x="7632" y="5453"/>
                    <a:pt x="7310" y="5632"/>
                    <a:pt x="6787" y="5763"/>
                  </a:cubicBezTo>
                  <a:lnTo>
                    <a:pt x="6525" y="5644"/>
                  </a:lnTo>
                  <a:cubicBezTo>
                    <a:pt x="6453" y="5608"/>
                    <a:pt x="6418" y="5548"/>
                    <a:pt x="6418" y="5477"/>
                  </a:cubicBezTo>
                  <a:lnTo>
                    <a:pt x="6418" y="4929"/>
                  </a:lnTo>
                  <a:cubicBezTo>
                    <a:pt x="6918" y="4596"/>
                    <a:pt x="7263" y="4024"/>
                    <a:pt x="7263" y="3370"/>
                  </a:cubicBezTo>
                  <a:lnTo>
                    <a:pt x="7263" y="3072"/>
                  </a:lnTo>
                  <a:cubicBezTo>
                    <a:pt x="7263" y="2869"/>
                    <a:pt x="7180" y="2691"/>
                    <a:pt x="7037" y="2560"/>
                  </a:cubicBezTo>
                  <a:cubicBezTo>
                    <a:pt x="6727" y="2274"/>
                    <a:pt x="6001" y="1798"/>
                    <a:pt x="4751" y="1667"/>
                  </a:cubicBezTo>
                  <a:cubicBezTo>
                    <a:pt x="4744" y="1666"/>
                    <a:pt x="4737" y="1666"/>
                    <a:pt x="4730" y="1666"/>
                  </a:cubicBezTo>
                  <a:cubicBezTo>
                    <a:pt x="4645" y="1666"/>
                    <a:pt x="4583" y="1733"/>
                    <a:pt x="4572" y="1822"/>
                  </a:cubicBezTo>
                  <a:cubicBezTo>
                    <a:pt x="4548" y="1905"/>
                    <a:pt x="4632" y="1977"/>
                    <a:pt x="4715" y="2000"/>
                  </a:cubicBezTo>
                  <a:cubicBezTo>
                    <a:pt x="5882" y="2119"/>
                    <a:pt x="6537" y="2548"/>
                    <a:pt x="6834" y="2798"/>
                  </a:cubicBezTo>
                  <a:cubicBezTo>
                    <a:pt x="6906" y="2858"/>
                    <a:pt x="6953" y="2965"/>
                    <a:pt x="6953" y="3072"/>
                  </a:cubicBezTo>
                  <a:lnTo>
                    <a:pt x="6953" y="3370"/>
                  </a:lnTo>
                  <a:cubicBezTo>
                    <a:pt x="6953" y="4215"/>
                    <a:pt x="6263" y="4894"/>
                    <a:pt x="5417" y="4894"/>
                  </a:cubicBezTo>
                  <a:cubicBezTo>
                    <a:pt x="4572" y="4894"/>
                    <a:pt x="3881" y="4215"/>
                    <a:pt x="3881" y="3370"/>
                  </a:cubicBezTo>
                  <a:lnTo>
                    <a:pt x="3881" y="3227"/>
                  </a:lnTo>
                  <a:cubicBezTo>
                    <a:pt x="3881" y="3167"/>
                    <a:pt x="3917" y="3108"/>
                    <a:pt x="3977" y="3084"/>
                  </a:cubicBezTo>
                  <a:cubicBezTo>
                    <a:pt x="4167" y="2965"/>
                    <a:pt x="4429" y="2750"/>
                    <a:pt x="4548" y="2393"/>
                  </a:cubicBezTo>
                  <a:cubicBezTo>
                    <a:pt x="4584" y="2310"/>
                    <a:pt x="4536" y="2215"/>
                    <a:pt x="4453" y="2203"/>
                  </a:cubicBezTo>
                  <a:cubicBezTo>
                    <a:pt x="4434" y="2198"/>
                    <a:pt x="4415" y="2196"/>
                    <a:pt x="4398" y="2196"/>
                  </a:cubicBezTo>
                  <a:cubicBezTo>
                    <a:pt x="4327" y="2196"/>
                    <a:pt x="4270" y="2234"/>
                    <a:pt x="4251" y="2310"/>
                  </a:cubicBezTo>
                  <a:cubicBezTo>
                    <a:pt x="4167" y="2572"/>
                    <a:pt x="3977" y="2727"/>
                    <a:pt x="3822" y="2810"/>
                  </a:cubicBezTo>
                  <a:cubicBezTo>
                    <a:pt x="3679" y="2905"/>
                    <a:pt x="3572" y="3072"/>
                    <a:pt x="3572" y="3227"/>
                  </a:cubicBezTo>
                  <a:lnTo>
                    <a:pt x="3572" y="3370"/>
                  </a:lnTo>
                  <a:cubicBezTo>
                    <a:pt x="3572" y="4024"/>
                    <a:pt x="3917" y="4584"/>
                    <a:pt x="4417" y="4929"/>
                  </a:cubicBezTo>
                  <a:lnTo>
                    <a:pt x="4417" y="5477"/>
                  </a:lnTo>
                  <a:cubicBezTo>
                    <a:pt x="4417" y="5548"/>
                    <a:pt x="4370" y="5608"/>
                    <a:pt x="4310" y="5644"/>
                  </a:cubicBezTo>
                  <a:lnTo>
                    <a:pt x="4048" y="5763"/>
                  </a:lnTo>
                  <a:cubicBezTo>
                    <a:pt x="3536" y="5632"/>
                    <a:pt x="3215" y="5453"/>
                    <a:pt x="3060" y="5346"/>
                  </a:cubicBezTo>
                  <a:lnTo>
                    <a:pt x="3060" y="5334"/>
                  </a:lnTo>
                  <a:cubicBezTo>
                    <a:pt x="3131" y="5001"/>
                    <a:pt x="3262" y="4060"/>
                    <a:pt x="3393" y="2369"/>
                  </a:cubicBezTo>
                  <a:cubicBezTo>
                    <a:pt x="3441" y="1738"/>
                    <a:pt x="3655" y="1226"/>
                    <a:pt x="4036" y="845"/>
                  </a:cubicBezTo>
                  <a:cubicBezTo>
                    <a:pt x="4393" y="488"/>
                    <a:pt x="4882" y="298"/>
                    <a:pt x="5441" y="298"/>
                  </a:cubicBezTo>
                  <a:close/>
                  <a:moveTo>
                    <a:pt x="2750" y="5465"/>
                  </a:moveTo>
                  <a:cubicBezTo>
                    <a:pt x="2786" y="5501"/>
                    <a:pt x="2810" y="5572"/>
                    <a:pt x="2869" y="5596"/>
                  </a:cubicBezTo>
                  <a:cubicBezTo>
                    <a:pt x="3000" y="5691"/>
                    <a:pt x="3239" y="5822"/>
                    <a:pt x="3584" y="5941"/>
                  </a:cubicBezTo>
                  <a:lnTo>
                    <a:pt x="3155" y="6144"/>
                  </a:lnTo>
                  <a:lnTo>
                    <a:pt x="2655" y="6001"/>
                  </a:lnTo>
                  <a:cubicBezTo>
                    <a:pt x="2512" y="5953"/>
                    <a:pt x="2512" y="5953"/>
                    <a:pt x="2512" y="5906"/>
                  </a:cubicBezTo>
                  <a:lnTo>
                    <a:pt x="2512" y="5691"/>
                  </a:lnTo>
                  <a:cubicBezTo>
                    <a:pt x="2572" y="5656"/>
                    <a:pt x="2619" y="5608"/>
                    <a:pt x="2667" y="5572"/>
                  </a:cubicBezTo>
                  <a:cubicBezTo>
                    <a:pt x="2691" y="5536"/>
                    <a:pt x="2727" y="5513"/>
                    <a:pt x="2750" y="5465"/>
                  </a:cubicBezTo>
                  <a:close/>
                  <a:moveTo>
                    <a:pt x="8096" y="5239"/>
                  </a:moveTo>
                  <a:cubicBezTo>
                    <a:pt x="8180" y="5417"/>
                    <a:pt x="8323" y="5572"/>
                    <a:pt x="8477" y="5691"/>
                  </a:cubicBezTo>
                  <a:lnTo>
                    <a:pt x="8477" y="6025"/>
                  </a:lnTo>
                  <a:lnTo>
                    <a:pt x="8489" y="6025"/>
                  </a:lnTo>
                  <a:lnTo>
                    <a:pt x="7977" y="6287"/>
                  </a:lnTo>
                  <a:cubicBezTo>
                    <a:pt x="7977" y="6287"/>
                    <a:pt x="7965" y="6287"/>
                    <a:pt x="7965" y="6263"/>
                  </a:cubicBezTo>
                  <a:lnTo>
                    <a:pt x="7227" y="5941"/>
                  </a:lnTo>
                  <a:cubicBezTo>
                    <a:pt x="7596" y="5822"/>
                    <a:pt x="7822" y="5667"/>
                    <a:pt x="7942" y="5596"/>
                  </a:cubicBezTo>
                  <a:cubicBezTo>
                    <a:pt x="8049" y="5525"/>
                    <a:pt x="8108" y="5406"/>
                    <a:pt x="8096" y="5275"/>
                  </a:cubicBezTo>
                  <a:lnTo>
                    <a:pt x="8096" y="5239"/>
                  </a:lnTo>
                  <a:close/>
                  <a:moveTo>
                    <a:pt x="2203" y="5870"/>
                  </a:moveTo>
                  <a:lnTo>
                    <a:pt x="2203" y="5929"/>
                  </a:lnTo>
                  <a:cubicBezTo>
                    <a:pt x="2203" y="5953"/>
                    <a:pt x="2203" y="5989"/>
                    <a:pt x="2215" y="6013"/>
                  </a:cubicBezTo>
                  <a:lnTo>
                    <a:pt x="1857" y="6370"/>
                  </a:lnTo>
                  <a:lnTo>
                    <a:pt x="1500" y="6013"/>
                  </a:lnTo>
                  <a:cubicBezTo>
                    <a:pt x="1512" y="5989"/>
                    <a:pt x="1512" y="5953"/>
                    <a:pt x="1512" y="5929"/>
                  </a:cubicBezTo>
                  <a:lnTo>
                    <a:pt x="1512" y="5870"/>
                  </a:lnTo>
                  <a:cubicBezTo>
                    <a:pt x="1619" y="5894"/>
                    <a:pt x="1726" y="5929"/>
                    <a:pt x="1834" y="5929"/>
                  </a:cubicBezTo>
                  <a:lnTo>
                    <a:pt x="1857" y="5929"/>
                  </a:lnTo>
                  <a:cubicBezTo>
                    <a:pt x="1976" y="5929"/>
                    <a:pt x="2096" y="5906"/>
                    <a:pt x="2203" y="5870"/>
                  </a:cubicBezTo>
                  <a:close/>
                  <a:moveTo>
                    <a:pt x="9525" y="5882"/>
                  </a:moveTo>
                  <a:lnTo>
                    <a:pt x="9525" y="6048"/>
                  </a:lnTo>
                  <a:cubicBezTo>
                    <a:pt x="9525" y="6108"/>
                    <a:pt x="9537" y="6144"/>
                    <a:pt x="9573" y="6191"/>
                  </a:cubicBezTo>
                  <a:lnTo>
                    <a:pt x="9394" y="6322"/>
                  </a:lnTo>
                  <a:cubicBezTo>
                    <a:pt x="9323" y="6394"/>
                    <a:pt x="9236" y="6429"/>
                    <a:pt x="9151" y="6429"/>
                  </a:cubicBezTo>
                  <a:cubicBezTo>
                    <a:pt x="9067" y="6429"/>
                    <a:pt x="8983" y="6394"/>
                    <a:pt x="8918" y="6322"/>
                  </a:cubicBezTo>
                  <a:lnTo>
                    <a:pt x="8763" y="6191"/>
                  </a:lnTo>
                  <a:cubicBezTo>
                    <a:pt x="8799" y="6144"/>
                    <a:pt x="8811" y="6084"/>
                    <a:pt x="8811" y="6048"/>
                  </a:cubicBezTo>
                  <a:lnTo>
                    <a:pt x="8811" y="5882"/>
                  </a:lnTo>
                  <a:cubicBezTo>
                    <a:pt x="8918" y="5906"/>
                    <a:pt x="9037" y="5941"/>
                    <a:pt x="9168" y="5941"/>
                  </a:cubicBezTo>
                  <a:cubicBezTo>
                    <a:pt x="9287" y="5941"/>
                    <a:pt x="9406" y="5929"/>
                    <a:pt x="9525" y="5882"/>
                  </a:cubicBezTo>
                  <a:close/>
                  <a:moveTo>
                    <a:pt x="6096" y="5096"/>
                  </a:moveTo>
                  <a:lnTo>
                    <a:pt x="6096" y="5477"/>
                  </a:lnTo>
                  <a:cubicBezTo>
                    <a:pt x="6096" y="5667"/>
                    <a:pt x="6215" y="5846"/>
                    <a:pt x="6394" y="5941"/>
                  </a:cubicBezTo>
                  <a:lnTo>
                    <a:pt x="6632" y="6048"/>
                  </a:lnTo>
                  <a:cubicBezTo>
                    <a:pt x="6406" y="6489"/>
                    <a:pt x="5941" y="6787"/>
                    <a:pt x="5417" y="6787"/>
                  </a:cubicBezTo>
                  <a:cubicBezTo>
                    <a:pt x="4894" y="6787"/>
                    <a:pt x="4441" y="6501"/>
                    <a:pt x="4203" y="6048"/>
                  </a:cubicBezTo>
                  <a:lnTo>
                    <a:pt x="4441" y="5941"/>
                  </a:lnTo>
                  <a:cubicBezTo>
                    <a:pt x="4620" y="5870"/>
                    <a:pt x="4739" y="5691"/>
                    <a:pt x="4739" y="5477"/>
                  </a:cubicBezTo>
                  <a:lnTo>
                    <a:pt x="4739" y="5096"/>
                  </a:lnTo>
                  <a:cubicBezTo>
                    <a:pt x="4941" y="5179"/>
                    <a:pt x="5179" y="5227"/>
                    <a:pt x="5417" y="5227"/>
                  </a:cubicBezTo>
                  <a:cubicBezTo>
                    <a:pt x="5656" y="5227"/>
                    <a:pt x="5894" y="5179"/>
                    <a:pt x="6096" y="5096"/>
                  </a:cubicBezTo>
                  <a:close/>
                  <a:moveTo>
                    <a:pt x="5417" y="0"/>
                  </a:moveTo>
                  <a:cubicBezTo>
                    <a:pt x="4763" y="0"/>
                    <a:pt x="4215" y="226"/>
                    <a:pt x="3786" y="643"/>
                  </a:cubicBezTo>
                  <a:cubicBezTo>
                    <a:pt x="3346" y="1060"/>
                    <a:pt x="3096" y="1655"/>
                    <a:pt x="3048" y="2346"/>
                  </a:cubicBezTo>
                  <a:cubicBezTo>
                    <a:pt x="3036" y="2548"/>
                    <a:pt x="3024" y="2703"/>
                    <a:pt x="3012" y="2881"/>
                  </a:cubicBezTo>
                  <a:lnTo>
                    <a:pt x="1524" y="2881"/>
                  </a:lnTo>
                  <a:cubicBezTo>
                    <a:pt x="964" y="2881"/>
                    <a:pt x="512" y="3334"/>
                    <a:pt x="512" y="3893"/>
                  </a:cubicBezTo>
                  <a:lnTo>
                    <a:pt x="512" y="3917"/>
                  </a:lnTo>
                  <a:cubicBezTo>
                    <a:pt x="512" y="4048"/>
                    <a:pt x="536" y="4167"/>
                    <a:pt x="595" y="4286"/>
                  </a:cubicBezTo>
                  <a:lnTo>
                    <a:pt x="667" y="4453"/>
                  </a:lnTo>
                  <a:lnTo>
                    <a:pt x="667" y="4703"/>
                  </a:lnTo>
                  <a:cubicBezTo>
                    <a:pt x="667" y="5120"/>
                    <a:pt x="881" y="5477"/>
                    <a:pt x="1179" y="5703"/>
                  </a:cubicBezTo>
                  <a:lnTo>
                    <a:pt x="1179" y="5929"/>
                  </a:lnTo>
                  <a:cubicBezTo>
                    <a:pt x="1179" y="5953"/>
                    <a:pt x="1167" y="5989"/>
                    <a:pt x="1131" y="5989"/>
                  </a:cubicBezTo>
                  <a:lnTo>
                    <a:pt x="476" y="6179"/>
                  </a:lnTo>
                  <a:cubicBezTo>
                    <a:pt x="191" y="6251"/>
                    <a:pt x="0" y="6513"/>
                    <a:pt x="0" y="6810"/>
                  </a:cubicBezTo>
                  <a:lnTo>
                    <a:pt x="0" y="8120"/>
                  </a:lnTo>
                  <a:cubicBezTo>
                    <a:pt x="0" y="8215"/>
                    <a:pt x="71" y="8287"/>
                    <a:pt x="167" y="8287"/>
                  </a:cubicBezTo>
                  <a:cubicBezTo>
                    <a:pt x="250" y="8287"/>
                    <a:pt x="333" y="8215"/>
                    <a:pt x="333" y="8120"/>
                  </a:cubicBezTo>
                  <a:lnTo>
                    <a:pt x="333" y="6810"/>
                  </a:lnTo>
                  <a:cubicBezTo>
                    <a:pt x="333" y="6668"/>
                    <a:pt x="429" y="6513"/>
                    <a:pt x="583" y="6477"/>
                  </a:cubicBezTo>
                  <a:lnTo>
                    <a:pt x="1238" y="6287"/>
                  </a:lnTo>
                  <a:cubicBezTo>
                    <a:pt x="1262" y="6287"/>
                    <a:pt x="1286" y="6263"/>
                    <a:pt x="1310" y="6251"/>
                  </a:cubicBezTo>
                  <a:lnTo>
                    <a:pt x="1715" y="6656"/>
                  </a:lnTo>
                  <a:lnTo>
                    <a:pt x="1715" y="8108"/>
                  </a:lnTo>
                  <a:cubicBezTo>
                    <a:pt x="1715" y="8203"/>
                    <a:pt x="1786" y="8275"/>
                    <a:pt x="1881" y="8275"/>
                  </a:cubicBezTo>
                  <a:cubicBezTo>
                    <a:pt x="1965" y="8275"/>
                    <a:pt x="2036" y="8203"/>
                    <a:pt x="2036" y="8108"/>
                  </a:cubicBezTo>
                  <a:lnTo>
                    <a:pt x="2036" y="6656"/>
                  </a:lnTo>
                  <a:lnTo>
                    <a:pt x="2441" y="6251"/>
                  </a:lnTo>
                  <a:cubicBezTo>
                    <a:pt x="2500" y="6287"/>
                    <a:pt x="2548" y="6298"/>
                    <a:pt x="2596" y="6310"/>
                  </a:cubicBezTo>
                  <a:lnTo>
                    <a:pt x="2750" y="6358"/>
                  </a:lnTo>
                  <a:cubicBezTo>
                    <a:pt x="2536" y="6501"/>
                    <a:pt x="2393" y="6751"/>
                    <a:pt x="2393" y="7037"/>
                  </a:cubicBezTo>
                  <a:lnTo>
                    <a:pt x="2393" y="8120"/>
                  </a:lnTo>
                  <a:cubicBezTo>
                    <a:pt x="2393" y="8215"/>
                    <a:pt x="2465" y="8287"/>
                    <a:pt x="2560" y="8287"/>
                  </a:cubicBezTo>
                  <a:cubicBezTo>
                    <a:pt x="2643" y="8287"/>
                    <a:pt x="2727" y="8215"/>
                    <a:pt x="2727" y="8120"/>
                  </a:cubicBezTo>
                  <a:lnTo>
                    <a:pt x="2727" y="7037"/>
                  </a:lnTo>
                  <a:cubicBezTo>
                    <a:pt x="2727" y="6834"/>
                    <a:pt x="2846" y="6656"/>
                    <a:pt x="3036" y="6560"/>
                  </a:cubicBezTo>
                  <a:lnTo>
                    <a:pt x="3941" y="6156"/>
                  </a:lnTo>
                  <a:cubicBezTo>
                    <a:pt x="4227" y="6727"/>
                    <a:pt x="4810" y="7096"/>
                    <a:pt x="5441" y="7096"/>
                  </a:cubicBezTo>
                  <a:cubicBezTo>
                    <a:pt x="6084" y="7096"/>
                    <a:pt x="6668" y="6739"/>
                    <a:pt x="6953" y="6156"/>
                  </a:cubicBezTo>
                  <a:lnTo>
                    <a:pt x="7858" y="6560"/>
                  </a:lnTo>
                  <a:cubicBezTo>
                    <a:pt x="8049" y="6656"/>
                    <a:pt x="8168" y="6834"/>
                    <a:pt x="8168" y="7037"/>
                  </a:cubicBezTo>
                  <a:lnTo>
                    <a:pt x="8168" y="8120"/>
                  </a:lnTo>
                  <a:cubicBezTo>
                    <a:pt x="8168" y="8215"/>
                    <a:pt x="8239" y="8287"/>
                    <a:pt x="8334" y="8287"/>
                  </a:cubicBezTo>
                  <a:cubicBezTo>
                    <a:pt x="8418" y="8287"/>
                    <a:pt x="8501" y="8215"/>
                    <a:pt x="8501" y="8120"/>
                  </a:cubicBezTo>
                  <a:lnTo>
                    <a:pt x="8501" y="7037"/>
                  </a:lnTo>
                  <a:cubicBezTo>
                    <a:pt x="8501" y="6834"/>
                    <a:pt x="8418" y="6656"/>
                    <a:pt x="8299" y="6501"/>
                  </a:cubicBezTo>
                  <a:lnTo>
                    <a:pt x="8537" y="6382"/>
                  </a:lnTo>
                  <a:lnTo>
                    <a:pt x="8715" y="6560"/>
                  </a:lnTo>
                  <a:cubicBezTo>
                    <a:pt x="8858" y="6679"/>
                    <a:pt x="9013" y="6739"/>
                    <a:pt x="9180" y="6739"/>
                  </a:cubicBezTo>
                  <a:cubicBezTo>
                    <a:pt x="9346" y="6739"/>
                    <a:pt x="9513" y="6679"/>
                    <a:pt x="9644" y="6560"/>
                  </a:cubicBezTo>
                  <a:lnTo>
                    <a:pt x="9823" y="6382"/>
                  </a:lnTo>
                  <a:lnTo>
                    <a:pt x="10358" y="6656"/>
                  </a:lnTo>
                  <a:cubicBezTo>
                    <a:pt x="10478" y="6715"/>
                    <a:pt x="10549" y="6834"/>
                    <a:pt x="10549" y="6965"/>
                  </a:cubicBezTo>
                  <a:lnTo>
                    <a:pt x="10549" y="8144"/>
                  </a:lnTo>
                  <a:cubicBezTo>
                    <a:pt x="10549" y="8227"/>
                    <a:pt x="10620" y="8299"/>
                    <a:pt x="10716" y="8299"/>
                  </a:cubicBezTo>
                  <a:cubicBezTo>
                    <a:pt x="10799" y="8299"/>
                    <a:pt x="10882" y="8227"/>
                    <a:pt x="10882" y="8144"/>
                  </a:cubicBezTo>
                  <a:lnTo>
                    <a:pt x="10882" y="6965"/>
                  </a:lnTo>
                  <a:cubicBezTo>
                    <a:pt x="10823" y="6703"/>
                    <a:pt x="10692" y="6477"/>
                    <a:pt x="10466" y="6358"/>
                  </a:cubicBezTo>
                  <a:lnTo>
                    <a:pt x="9823" y="6025"/>
                  </a:lnTo>
                  <a:lnTo>
                    <a:pt x="9823" y="6013"/>
                  </a:lnTo>
                  <a:lnTo>
                    <a:pt x="9823" y="5691"/>
                  </a:lnTo>
                  <a:cubicBezTo>
                    <a:pt x="10097" y="5501"/>
                    <a:pt x="10275" y="5227"/>
                    <a:pt x="10311" y="4882"/>
                  </a:cubicBezTo>
                  <a:cubicBezTo>
                    <a:pt x="10430" y="4679"/>
                    <a:pt x="10489" y="4453"/>
                    <a:pt x="10489" y="4215"/>
                  </a:cubicBezTo>
                  <a:cubicBezTo>
                    <a:pt x="10489" y="3786"/>
                    <a:pt x="10287" y="3381"/>
                    <a:pt x="9954" y="3143"/>
                  </a:cubicBezTo>
                  <a:cubicBezTo>
                    <a:pt x="9977" y="3084"/>
                    <a:pt x="9989" y="3012"/>
                    <a:pt x="9989" y="2953"/>
                  </a:cubicBezTo>
                  <a:cubicBezTo>
                    <a:pt x="9989" y="2536"/>
                    <a:pt x="9620" y="2191"/>
                    <a:pt x="9156" y="2191"/>
                  </a:cubicBezTo>
                  <a:cubicBezTo>
                    <a:pt x="8692" y="2191"/>
                    <a:pt x="8323" y="2524"/>
                    <a:pt x="8323" y="2953"/>
                  </a:cubicBezTo>
                  <a:cubicBezTo>
                    <a:pt x="8323" y="3024"/>
                    <a:pt x="8334" y="3084"/>
                    <a:pt x="8346" y="3143"/>
                  </a:cubicBezTo>
                  <a:cubicBezTo>
                    <a:pt x="8156" y="3286"/>
                    <a:pt x="8013" y="3477"/>
                    <a:pt x="7906" y="3715"/>
                  </a:cubicBezTo>
                  <a:cubicBezTo>
                    <a:pt x="7858" y="3334"/>
                    <a:pt x="7834" y="2869"/>
                    <a:pt x="7787" y="2346"/>
                  </a:cubicBezTo>
                  <a:cubicBezTo>
                    <a:pt x="7739" y="1655"/>
                    <a:pt x="7489" y="1060"/>
                    <a:pt x="7060" y="643"/>
                  </a:cubicBezTo>
                  <a:cubicBezTo>
                    <a:pt x="6644" y="226"/>
                    <a:pt x="6072" y="0"/>
                    <a:pt x="5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6089408" y="3637503"/>
              <a:ext cx="10662" cy="36029"/>
            </a:xfrm>
            <a:custGeom>
              <a:rect b="b" l="l" r="r" t="t"/>
              <a:pathLst>
                <a:path extrusionOk="0" h="1132" w="335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977"/>
                  </a:lnTo>
                  <a:cubicBezTo>
                    <a:pt x="1" y="1060"/>
                    <a:pt x="72" y="1132"/>
                    <a:pt x="167" y="1132"/>
                  </a:cubicBezTo>
                  <a:cubicBezTo>
                    <a:pt x="251" y="1132"/>
                    <a:pt x="322" y="1060"/>
                    <a:pt x="322" y="977"/>
                  </a:cubicBezTo>
                  <a:lnTo>
                    <a:pt x="322" y="167"/>
                  </a:lnTo>
                  <a:cubicBezTo>
                    <a:pt x="334" y="84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idx="5" type="subTitle"/>
          </p:nvPr>
        </p:nvSpPr>
        <p:spPr>
          <a:xfrm>
            <a:off x="3467163" y="3001200"/>
            <a:ext cx="2173200" cy="14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Engaging People in Scientific Literature through Graphic Novels, Newsletters</a:t>
            </a:r>
            <a:endParaRPr sz="1600"/>
          </a:p>
        </p:txBody>
      </p:sp>
      <p:sp>
        <p:nvSpPr>
          <p:cNvPr id="346" name="Google Shape;346;p3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SUCCESSFUL STARTUPS!</a:t>
            </a:r>
            <a:endParaRPr/>
          </a:p>
        </p:txBody>
      </p:sp>
      <p:sp>
        <p:nvSpPr>
          <p:cNvPr id="347" name="Google Shape;347;p36"/>
          <p:cNvSpPr txBox="1"/>
          <p:nvPr>
            <p:ph idx="5" type="subTitle"/>
          </p:nvPr>
        </p:nvSpPr>
        <p:spPr>
          <a:xfrm>
            <a:off x="6032300" y="2943450"/>
            <a:ext cx="2173200" cy="15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AI-Interaction Assistant Customized for Seamless Global Shopping</a:t>
            </a:r>
            <a:endParaRPr/>
          </a:p>
        </p:txBody>
      </p:sp>
      <p:sp>
        <p:nvSpPr>
          <p:cNvPr id="348" name="Google Shape;348;p36"/>
          <p:cNvSpPr txBox="1"/>
          <p:nvPr>
            <p:ph idx="5" type="subTitle"/>
          </p:nvPr>
        </p:nvSpPr>
        <p:spPr>
          <a:xfrm>
            <a:off x="1169950" y="2977950"/>
            <a:ext cx="1905300" cy="14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AI-Native Cloud Platform for AI Inference, Sandboxes, and Agents</a:t>
            </a:r>
            <a:endParaRPr sz="1600"/>
          </a:p>
        </p:txBody>
      </p:sp>
      <p:pic>
        <p:nvPicPr>
          <p:cNvPr id="349" name="Google Shape;349;p36"/>
          <p:cNvPicPr preferRelativeResize="0"/>
          <p:nvPr/>
        </p:nvPicPr>
        <p:blipFill rotWithShape="1">
          <a:blip r:embed="rId3">
            <a:alphaModFix/>
          </a:blip>
          <a:srcRect b="35800" l="28228" r="28237" t="36266"/>
          <a:stretch/>
        </p:blipFill>
        <p:spPr>
          <a:xfrm>
            <a:off x="1372300" y="1956662"/>
            <a:ext cx="1500600" cy="50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6"/>
          <p:cNvPicPr preferRelativeResize="0"/>
          <p:nvPr/>
        </p:nvPicPr>
        <p:blipFill rotWithShape="1">
          <a:blip r:embed="rId4">
            <a:alphaModFix/>
          </a:blip>
          <a:srcRect b="0" l="0" r="58092" t="0"/>
          <a:stretch/>
        </p:blipFill>
        <p:spPr>
          <a:xfrm>
            <a:off x="3955570" y="1434805"/>
            <a:ext cx="1232852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6"/>
          <p:cNvPicPr preferRelativeResize="0"/>
          <p:nvPr/>
        </p:nvPicPr>
        <p:blipFill rotWithShape="1">
          <a:blip r:embed="rId4">
            <a:alphaModFix/>
          </a:blip>
          <a:srcRect b="0" l="44888" r="0" t="0"/>
          <a:stretch/>
        </p:blipFill>
        <p:spPr>
          <a:xfrm>
            <a:off x="3761337" y="2140350"/>
            <a:ext cx="1621324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6"/>
          <p:cNvPicPr preferRelativeResize="0"/>
          <p:nvPr/>
        </p:nvPicPr>
        <p:blipFill rotWithShape="1">
          <a:blip r:embed="rId5">
            <a:alphaModFix/>
          </a:blip>
          <a:srcRect b="23221" l="14848" r="14008" t="27467"/>
          <a:stretch/>
        </p:blipFill>
        <p:spPr>
          <a:xfrm>
            <a:off x="6032297" y="1861689"/>
            <a:ext cx="2173201" cy="695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1531300" y="1733550"/>
            <a:ext cx="9876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938500" y="3145450"/>
            <a:ext cx="2173200" cy="13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you stuck with how to progress your own startup?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 with us 1-1 and chart a trajectory, alongside utilising the garage &amp; apply for funding</a:t>
            </a:r>
            <a:endParaRPr/>
          </a:p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938500" y="2449225"/>
            <a:ext cx="2173200" cy="7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POV: You run your startup</a:t>
            </a:r>
            <a:endParaRPr/>
          </a:p>
        </p:txBody>
      </p:sp>
      <p:sp>
        <p:nvSpPr>
          <p:cNvPr id="360" name="Google Shape;360;p37"/>
          <p:cNvSpPr txBox="1"/>
          <p:nvPr>
            <p:ph idx="3" type="title"/>
          </p:nvPr>
        </p:nvSpPr>
        <p:spPr>
          <a:xfrm>
            <a:off x="4078200" y="1733550"/>
            <a:ext cx="9876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3485400" y="3145450"/>
            <a:ext cx="21732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Startup’s require you to be a jack of all trades. Maybe you’re not great at something. We’re gonna focus on building that.</a:t>
            </a:r>
            <a:endParaRPr/>
          </a:p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3485400" y="2449350"/>
            <a:ext cx="2173200" cy="7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POV: You suck at technicals</a:t>
            </a:r>
            <a:endParaRPr/>
          </a:p>
        </p:txBody>
      </p:sp>
      <p:sp>
        <p:nvSpPr>
          <p:cNvPr id="363" name="Google Shape;363;p37"/>
          <p:cNvSpPr txBox="1"/>
          <p:nvPr>
            <p:ph idx="6" type="title"/>
          </p:nvPr>
        </p:nvSpPr>
        <p:spPr>
          <a:xfrm>
            <a:off x="6625100" y="1733550"/>
            <a:ext cx="9876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64" name="Google Shape;364;p37"/>
          <p:cNvSpPr txBox="1"/>
          <p:nvPr>
            <p:ph idx="7" type="subTitle"/>
          </p:nvPr>
        </p:nvSpPr>
        <p:spPr>
          <a:xfrm>
            <a:off x="5993350" y="3190175"/>
            <a:ext cx="2173200" cy="10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our optional mentorship to hone skills such as communication, innovation, risk-taking and more!</a:t>
            </a:r>
            <a:endParaRPr/>
          </a:p>
        </p:txBody>
      </p:sp>
      <p:sp>
        <p:nvSpPr>
          <p:cNvPr id="365" name="Google Shape;365;p37"/>
          <p:cNvSpPr txBox="1"/>
          <p:nvPr>
            <p:ph idx="8" type="subTitle"/>
          </p:nvPr>
        </p:nvSpPr>
        <p:spPr>
          <a:xfrm>
            <a:off x="5903900" y="2449375"/>
            <a:ext cx="2430000" cy="7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POV: </a:t>
            </a:r>
            <a:r>
              <a:rPr lang="en" sz="1700"/>
              <a:t>You want to be an entrepreneur</a:t>
            </a:r>
            <a:endParaRPr sz="1700"/>
          </a:p>
        </p:txBody>
      </p:sp>
      <p:sp>
        <p:nvSpPr>
          <p:cNvPr id="366" name="Google Shape;366;p37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MENTORSHIP WORK?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1072000" y="1017725"/>
            <a:ext cx="700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Teams check in with us 1-1 or in small groups — most of your work happens inside your team</a:t>
            </a:r>
            <a:endParaRPr sz="11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looking for? </a:t>
            </a:r>
            <a:endParaRPr/>
          </a:p>
        </p:txBody>
      </p:sp>
      <p:sp>
        <p:nvSpPr>
          <p:cNvPr id="373" name="Google Shape;373;p38"/>
          <p:cNvSpPr txBox="1"/>
          <p:nvPr>
            <p:ph idx="2" type="subTitle"/>
          </p:nvPr>
        </p:nvSpPr>
        <p:spPr>
          <a:xfrm>
            <a:off x="1163323" y="1559950"/>
            <a:ext cx="6687000" cy="22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Passion, Innovation, Creativity, Enthusiasm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Discipline &amp; Confidence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Leadership (Future Recruiting)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No major or prior experience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Choose us as first option (Recommendation)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Interview (Invite only, Behavioural): </a:t>
            </a:r>
            <a:r>
              <a:rPr lang="en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Identify any one startup and tell us how you would’ve changed their management/structure/ process.</a:t>
            </a:r>
            <a:endParaRPr sz="16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2353875" y="1211600"/>
            <a:ext cx="44481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</a:t>
            </a:r>
            <a:r>
              <a:rPr lang="en"/>
              <a:t>S</a:t>
            </a:r>
            <a:r>
              <a:rPr lang="en">
                <a:solidFill>
                  <a:schemeClr val="accent1"/>
                </a:solidFill>
              </a:rPr>
              <a:t>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79" name="Google Shape;379;p39"/>
          <p:cNvSpPr txBox="1"/>
          <p:nvPr>
            <p:ph idx="1" type="subTitle"/>
          </p:nvPr>
        </p:nvSpPr>
        <p:spPr>
          <a:xfrm>
            <a:off x="2353875" y="23612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ANY QUESTIONS OR FEEDBACK?</a:t>
            </a:r>
            <a:endParaRPr b="1" sz="20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hlinkClick r:id="rId3"/>
              </a:rPr>
              <a:t>mananawal2028@u.northwestern.edu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hlinkClick r:id="rId4"/>
              </a:rPr>
              <a:t>megnayadlapalli2028@u.northwestern.edu</a:t>
            </a:r>
            <a:endParaRPr sz="1500"/>
          </a:p>
        </p:txBody>
      </p:sp>
      <p:sp>
        <p:nvSpPr>
          <p:cNvPr id="380" name="Google Shape;380;p39"/>
          <p:cNvSpPr/>
          <p:nvPr/>
        </p:nvSpPr>
        <p:spPr>
          <a:xfrm>
            <a:off x="7816850" y="285700"/>
            <a:ext cx="777132" cy="793076"/>
          </a:xfrm>
          <a:custGeom>
            <a:rect b="b" l="l" r="r" t="t"/>
            <a:pathLst>
              <a:path extrusionOk="0" fill="none" h="68295" w="66922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211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9"/>
          <p:cNvSpPr/>
          <p:nvPr/>
        </p:nvSpPr>
        <p:spPr>
          <a:xfrm rot="10800000">
            <a:off x="437675" y="4078250"/>
            <a:ext cx="777132" cy="793076"/>
          </a:xfrm>
          <a:custGeom>
            <a:rect b="b" l="l" r="r" t="t"/>
            <a:pathLst>
              <a:path extrusionOk="0" fill="none" h="68295" w="66922">
                <a:moveTo>
                  <a:pt x="1" y="1"/>
                </a:moveTo>
                <a:lnTo>
                  <a:pt x="45079" y="1"/>
                </a:lnTo>
                <a:cubicBezTo>
                  <a:pt x="57141" y="1"/>
                  <a:pt x="66921" y="9781"/>
                  <a:pt x="66921" y="21843"/>
                </a:cubicBezTo>
                <a:lnTo>
                  <a:pt x="66921" y="68294"/>
                </a:lnTo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2112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9"/>
          <p:cNvSpPr/>
          <p:nvPr/>
        </p:nvSpPr>
        <p:spPr>
          <a:xfrm flipH="1" rot="-9609622">
            <a:off x="-435239" y="221709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383" name="Google Shape;383;p39"/>
          <p:cNvSpPr/>
          <p:nvPr/>
        </p:nvSpPr>
        <p:spPr>
          <a:xfrm rot="-6145894">
            <a:off x="-975092" y="-984622"/>
            <a:ext cx="1974699" cy="2027543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9"/>
          <p:cNvSpPr/>
          <p:nvPr/>
        </p:nvSpPr>
        <p:spPr>
          <a:xfrm flipH="1" rot="-9609622">
            <a:off x="8250961" y="3920409"/>
            <a:ext cx="1292740" cy="1699635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sp>
        <p:nvSpPr>
          <p:cNvPr id="385" name="Google Shape;385;p39"/>
          <p:cNvSpPr/>
          <p:nvPr/>
        </p:nvSpPr>
        <p:spPr>
          <a:xfrm>
            <a:off x="8332900" y="3298450"/>
            <a:ext cx="923100" cy="923100"/>
          </a:xfrm>
          <a:prstGeom prst="donut">
            <a:avLst>
              <a:gd fmla="val 268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9"/>
          <p:cNvSpPr/>
          <p:nvPr/>
        </p:nvSpPr>
        <p:spPr>
          <a:xfrm>
            <a:off x="364688" y="1491050"/>
            <a:ext cx="923100" cy="923100"/>
          </a:xfrm>
          <a:prstGeom prst="donut">
            <a:avLst>
              <a:gd fmla="val 268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9"/>
          <p:cNvSpPr/>
          <p:nvPr/>
        </p:nvSpPr>
        <p:spPr>
          <a:xfrm rot="-9313742">
            <a:off x="842316" y="3894127"/>
            <a:ext cx="287118" cy="280140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9"/>
          <p:cNvSpPr/>
          <p:nvPr/>
        </p:nvSpPr>
        <p:spPr>
          <a:xfrm rot="-9313210">
            <a:off x="7949170" y="716540"/>
            <a:ext cx="512487" cy="499874"/>
          </a:xfrm>
          <a:prstGeom prst="ellipse">
            <a:avLst/>
          </a:prstGeom>
          <a:gradFill>
            <a:gsLst>
              <a:gs pos="0">
                <a:schemeClr val="accent1"/>
              </a:gs>
              <a:gs pos="47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9"/>
          <p:cNvSpPr/>
          <p:nvPr/>
        </p:nvSpPr>
        <p:spPr>
          <a:xfrm>
            <a:off x="2146850" y="3712275"/>
            <a:ext cx="4911900" cy="66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/>
          <p:nvPr/>
        </p:nvSpPr>
        <p:spPr>
          <a:xfrm>
            <a:off x="6194488" y="1200000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"/>
          <p:cNvSpPr/>
          <p:nvPr/>
        </p:nvSpPr>
        <p:spPr>
          <a:xfrm>
            <a:off x="2208050" y="1200000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5"/>
          <p:cNvSpPr/>
          <p:nvPr/>
        </p:nvSpPr>
        <p:spPr>
          <a:xfrm rot="-6188362">
            <a:off x="-896977" y="-646962"/>
            <a:ext cx="2296318" cy="2418424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INTRODUCTION TO ISBE</a:t>
            </a:r>
            <a:endParaRPr/>
          </a:p>
        </p:txBody>
      </p:sp>
      <p:sp>
        <p:nvSpPr>
          <p:cNvPr id="313" name="Google Shape;313;p35"/>
          <p:cNvSpPr txBox="1"/>
          <p:nvPr>
            <p:ph idx="3" type="subTitle"/>
          </p:nvPr>
        </p:nvSpPr>
        <p:spPr>
          <a:xfrm>
            <a:off x="844400" y="1792700"/>
            <a:ext cx="3300000" cy="4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WE ARE</a:t>
            </a:r>
            <a:endParaRPr/>
          </a:p>
        </p:txBody>
      </p:sp>
      <p:sp>
        <p:nvSpPr>
          <p:cNvPr id="314" name="Google Shape;314;p35"/>
          <p:cNvSpPr txBox="1"/>
          <p:nvPr>
            <p:ph idx="4" type="subTitle"/>
          </p:nvPr>
        </p:nvSpPr>
        <p:spPr>
          <a:xfrm>
            <a:off x="4830838" y="1792700"/>
            <a:ext cx="3300000" cy="4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ARCH?</a:t>
            </a:r>
            <a:endParaRPr/>
          </a:p>
        </p:txBody>
      </p:sp>
      <p:sp>
        <p:nvSpPr>
          <p:cNvPr id="315" name="Google Shape;315;p35"/>
          <p:cNvSpPr/>
          <p:nvPr/>
        </p:nvSpPr>
        <p:spPr>
          <a:xfrm rot="-6145865">
            <a:off x="8209287" y="3790346"/>
            <a:ext cx="1602674" cy="1664109"/>
          </a:xfrm>
          <a:prstGeom prst="ellipse">
            <a:avLst/>
          </a:prstGeom>
          <a:solidFill>
            <a:srgbClr val="FFFFFF">
              <a:alpha val="61880"/>
            </a:srgbClr>
          </a:solidFill>
          <a:ln>
            <a:noFill/>
          </a:ln>
          <a:effectLst>
            <a:outerShdw blurRad="185738" rotWithShape="0" algn="bl" dir="4440000" dist="28575">
              <a:schemeClr val="dk2">
                <a:alpha val="1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"/>
          <p:cNvSpPr/>
          <p:nvPr/>
        </p:nvSpPr>
        <p:spPr>
          <a:xfrm flipH="1" rot="6500991">
            <a:off x="-240338" y="-75126"/>
            <a:ext cx="983027" cy="1354604"/>
          </a:xfrm>
          <a:custGeom>
            <a:rect b="b" l="l" r="r" t="t"/>
            <a:pathLst>
              <a:path extrusionOk="0" h="67984" w="31839">
                <a:moveTo>
                  <a:pt x="1240" y="971"/>
                </a:moveTo>
                <a:cubicBezTo>
                  <a:pt x="5084" y="-5103"/>
                  <a:pt x="30455" y="19884"/>
                  <a:pt x="31685" y="30955"/>
                </a:cubicBezTo>
                <a:cubicBezTo>
                  <a:pt x="32915" y="42026"/>
                  <a:pt x="13694" y="72395"/>
                  <a:pt x="8620" y="67398"/>
                </a:cubicBezTo>
                <a:cubicBezTo>
                  <a:pt x="3546" y="62401"/>
                  <a:pt x="-2604" y="7045"/>
                  <a:pt x="1240" y="97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5000">
                <a:schemeClr val="accent1"/>
              </a:gs>
              <a:gs pos="100000">
                <a:schemeClr val="dk1"/>
              </a:gs>
            </a:gsLst>
            <a:lin ang="13500032" scaled="0"/>
          </a:gradFill>
          <a:ln>
            <a:noFill/>
          </a:ln>
        </p:spPr>
      </p:sp>
      <p:grpSp>
        <p:nvGrpSpPr>
          <p:cNvPr id="317" name="Google Shape;317;p35"/>
          <p:cNvGrpSpPr/>
          <p:nvPr/>
        </p:nvGrpSpPr>
        <p:grpSpPr>
          <a:xfrm>
            <a:off x="6303288" y="1308611"/>
            <a:ext cx="355099" cy="355481"/>
            <a:chOff x="3539102" y="2427549"/>
            <a:chExt cx="355099" cy="355481"/>
          </a:xfrm>
        </p:grpSpPr>
        <p:sp>
          <p:nvSpPr>
            <p:cNvPr id="318" name="Google Shape;318;p35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35"/>
          <p:cNvGrpSpPr/>
          <p:nvPr/>
        </p:nvGrpSpPr>
        <p:grpSpPr>
          <a:xfrm>
            <a:off x="2316860" y="1348107"/>
            <a:ext cx="355107" cy="276475"/>
            <a:chOff x="5776798" y="3409778"/>
            <a:chExt cx="346379" cy="264518"/>
          </a:xfrm>
        </p:grpSpPr>
        <p:sp>
          <p:nvSpPr>
            <p:cNvPr id="321" name="Google Shape;321;p35"/>
            <p:cNvSpPr/>
            <p:nvPr/>
          </p:nvSpPr>
          <p:spPr>
            <a:xfrm>
              <a:off x="589010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1" y="1013"/>
                    <a:pt x="167" y="1013"/>
                  </a:cubicBezTo>
                  <a:cubicBezTo>
                    <a:pt x="250" y="1013"/>
                    <a:pt x="321" y="929"/>
                    <a:pt x="321" y="846"/>
                  </a:cubicBezTo>
                  <a:lnTo>
                    <a:pt x="321" y="143"/>
                  </a:lnTo>
                  <a:cubicBezTo>
                    <a:pt x="321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5"/>
            <p:cNvSpPr/>
            <p:nvPr/>
          </p:nvSpPr>
          <p:spPr>
            <a:xfrm>
              <a:off x="599809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2" y="1013"/>
                    <a:pt x="167" y="1013"/>
                  </a:cubicBezTo>
                  <a:cubicBezTo>
                    <a:pt x="250" y="1013"/>
                    <a:pt x="322" y="929"/>
                    <a:pt x="322" y="846"/>
                  </a:cubicBezTo>
                  <a:lnTo>
                    <a:pt x="322" y="143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5814673" y="3528367"/>
              <a:ext cx="43222" cy="15564"/>
            </a:xfrm>
            <a:custGeom>
              <a:rect b="b" l="l" r="r" t="t"/>
              <a:pathLst>
                <a:path extrusionOk="0" h="489" w="1358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9"/>
                    <a:pt x="1167" y="489"/>
                    <a:pt x="1191" y="489"/>
                  </a:cubicBezTo>
                  <a:cubicBezTo>
                    <a:pt x="1251" y="489"/>
                    <a:pt x="1310" y="453"/>
                    <a:pt x="1346" y="394"/>
                  </a:cubicBezTo>
                  <a:cubicBezTo>
                    <a:pt x="1358" y="322"/>
                    <a:pt x="1322" y="239"/>
                    <a:pt x="1251" y="191"/>
                  </a:cubicBezTo>
                  <a:cubicBezTo>
                    <a:pt x="882" y="13"/>
                    <a:pt x="19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5797995" y="3631074"/>
              <a:ext cx="10662" cy="42458"/>
            </a:xfrm>
            <a:custGeom>
              <a:rect b="b" l="l" r="r" t="t"/>
              <a:pathLst>
                <a:path extrusionOk="0" h="1334" w="335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1179"/>
                  </a:lnTo>
                  <a:cubicBezTo>
                    <a:pt x="1" y="1262"/>
                    <a:pt x="84" y="1334"/>
                    <a:pt x="167" y="1334"/>
                  </a:cubicBezTo>
                  <a:cubicBezTo>
                    <a:pt x="251" y="1334"/>
                    <a:pt x="334" y="1262"/>
                    <a:pt x="334" y="1179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5776798" y="3409778"/>
              <a:ext cx="346379" cy="264136"/>
            </a:xfrm>
            <a:custGeom>
              <a:rect b="b" l="l" r="r" t="t"/>
              <a:pathLst>
                <a:path extrusionOk="0" h="8299" w="10883">
                  <a:moveTo>
                    <a:pt x="9144" y="2512"/>
                  </a:moveTo>
                  <a:cubicBezTo>
                    <a:pt x="9418" y="2512"/>
                    <a:pt x="9656" y="2715"/>
                    <a:pt x="9656" y="2953"/>
                  </a:cubicBezTo>
                  <a:lnTo>
                    <a:pt x="9656" y="2977"/>
                  </a:lnTo>
                  <a:cubicBezTo>
                    <a:pt x="9501" y="2917"/>
                    <a:pt x="9335" y="2869"/>
                    <a:pt x="9144" y="2869"/>
                  </a:cubicBezTo>
                  <a:cubicBezTo>
                    <a:pt x="8965" y="2869"/>
                    <a:pt x="8787" y="2905"/>
                    <a:pt x="8620" y="2977"/>
                  </a:cubicBezTo>
                  <a:lnTo>
                    <a:pt x="8620" y="2953"/>
                  </a:lnTo>
                  <a:cubicBezTo>
                    <a:pt x="8620" y="2727"/>
                    <a:pt x="8858" y="2512"/>
                    <a:pt x="9144" y="2512"/>
                  </a:cubicBezTo>
                  <a:close/>
                  <a:moveTo>
                    <a:pt x="2869" y="3203"/>
                  </a:moveTo>
                  <a:lnTo>
                    <a:pt x="2869" y="3858"/>
                  </a:lnTo>
                  <a:cubicBezTo>
                    <a:pt x="2869" y="3965"/>
                    <a:pt x="2846" y="4060"/>
                    <a:pt x="2798" y="4167"/>
                  </a:cubicBezTo>
                  <a:lnTo>
                    <a:pt x="2727" y="4334"/>
                  </a:lnTo>
                  <a:cubicBezTo>
                    <a:pt x="2715" y="4346"/>
                    <a:pt x="2715" y="4382"/>
                    <a:pt x="2715" y="4405"/>
                  </a:cubicBezTo>
                  <a:lnTo>
                    <a:pt x="2715" y="4751"/>
                  </a:lnTo>
                  <a:cubicBezTo>
                    <a:pt x="2715" y="4989"/>
                    <a:pt x="2619" y="5191"/>
                    <a:pt x="2441" y="5358"/>
                  </a:cubicBezTo>
                  <a:cubicBezTo>
                    <a:pt x="2298" y="5525"/>
                    <a:pt x="2072" y="5596"/>
                    <a:pt x="1834" y="5596"/>
                  </a:cubicBezTo>
                  <a:cubicBezTo>
                    <a:pt x="1369" y="5584"/>
                    <a:pt x="1000" y="5179"/>
                    <a:pt x="1000" y="4703"/>
                  </a:cubicBezTo>
                  <a:lnTo>
                    <a:pt x="1000" y="4405"/>
                  </a:lnTo>
                  <a:cubicBezTo>
                    <a:pt x="1000" y="4382"/>
                    <a:pt x="1000" y="4358"/>
                    <a:pt x="988" y="4334"/>
                  </a:cubicBezTo>
                  <a:lnTo>
                    <a:pt x="881" y="4143"/>
                  </a:lnTo>
                  <a:cubicBezTo>
                    <a:pt x="845" y="4060"/>
                    <a:pt x="822" y="3989"/>
                    <a:pt x="822" y="3905"/>
                  </a:cubicBezTo>
                  <a:lnTo>
                    <a:pt x="822" y="3882"/>
                  </a:lnTo>
                  <a:cubicBezTo>
                    <a:pt x="822" y="3501"/>
                    <a:pt x="1131" y="3203"/>
                    <a:pt x="1500" y="3203"/>
                  </a:cubicBezTo>
                  <a:close/>
                  <a:moveTo>
                    <a:pt x="9144" y="3215"/>
                  </a:moveTo>
                  <a:cubicBezTo>
                    <a:pt x="9704" y="3215"/>
                    <a:pt x="10168" y="3679"/>
                    <a:pt x="10168" y="4239"/>
                  </a:cubicBezTo>
                  <a:cubicBezTo>
                    <a:pt x="10168" y="4346"/>
                    <a:pt x="10156" y="4465"/>
                    <a:pt x="10108" y="4572"/>
                  </a:cubicBezTo>
                  <a:cubicBezTo>
                    <a:pt x="9656" y="4108"/>
                    <a:pt x="8870" y="3929"/>
                    <a:pt x="8823" y="3929"/>
                  </a:cubicBezTo>
                  <a:cubicBezTo>
                    <a:pt x="8814" y="3926"/>
                    <a:pt x="8804" y="3925"/>
                    <a:pt x="8794" y="3925"/>
                  </a:cubicBezTo>
                  <a:cubicBezTo>
                    <a:pt x="8763" y="3925"/>
                    <a:pt x="8727" y="3938"/>
                    <a:pt x="8692" y="3965"/>
                  </a:cubicBezTo>
                  <a:cubicBezTo>
                    <a:pt x="8644" y="3989"/>
                    <a:pt x="8632" y="4036"/>
                    <a:pt x="8632" y="4084"/>
                  </a:cubicBezTo>
                  <a:cubicBezTo>
                    <a:pt x="8632" y="4084"/>
                    <a:pt x="8632" y="4179"/>
                    <a:pt x="8513" y="4298"/>
                  </a:cubicBezTo>
                  <a:cubicBezTo>
                    <a:pt x="8453" y="4358"/>
                    <a:pt x="8453" y="4465"/>
                    <a:pt x="8513" y="4524"/>
                  </a:cubicBezTo>
                  <a:cubicBezTo>
                    <a:pt x="8543" y="4554"/>
                    <a:pt x="8584" y="4569"/>
                    <a:pt x="8626" y="4569"/>
                  </a:cubicBezTo>
                  <a:cubicBezTo>
                    <a:pt x="8668" y="4569"/>
                    <a:pt x="8709" y="4554"/>
                    <a:pt x="8739" y="4524"/>
                  </a:cubicBezTo>
                  <a:cubicBezTo>
                    <a:pt x="8823" y="4441"/>
                    <a:pt x="8882" y="4346"/>
                    <a:pt x="8918" y="4274"/>
                  </a:cubicBezTo>
                  <a:cubicBezTo>
                    <a:pt x="9180" y="4346"/>
                    <a:pt x="9739" y="4560"/>
                    <a:pt x="9989" y="4894"/>
                  </a:cubicBezTo>
                  <a:cubicBezTo>
                    <a:pt x="9906" y="5298"/>
                    <a:pt x="9573" y="5596"/>
                    <a:pt x="9144" y="5596"/>
                  </a:cubicBezTo>
                  <a:cubicBezTo>
                    <a:pt x="8704" y="5596"/>
                    <a:pt x="8334" y="5275"/>
                    <a:pt x="8287" y="4834"/>
                  </a:cubicBezTo>
                  <a:cubicBezTo>
                    <a:pt x="8287" y="4810"/>
                    <a:pt x="8275" y="4798"/>
                    <a:pt x="8263" y="4774"/>
                  </a:cubicBezTo>
                  <a:cubicBezTo>
                    <a:pt x="8156" y="4620"/>
                    <a:pt x="8108" y="4441"/>
                    <a:pt x="8108" y="4239"/>
                  </a:cubicBezTo>
                  <a:cubicBezTo>
                    <a:pt x="8108" y="3679"/>
                    <a:pt x="8573" y="3215"/>
                    <a:pt x="9144" y="3215"/>
                  </a:cubicBezTo>
                  <a:close/>
                  <a:moveTo>
                    <a:pt x="5441" y="298"/>
                  </a:moveTo>
                  <a:cubicBezTo>
                    <a:pt x="6013" y="298"/>
                    <a:pt x="6489" y="488"/>
                    <a:pt x="6858" y="845"/>
                  </a:cubicBezTo>
                  <a:cubicBezTo>
                    <a:pt x="7227" y="1226"/>
                    <a:pt x="7453" y="1738"/>
                    <a:pt x="7501" y="2369"/>
                  </a:cubicBezTo>
                  <a:cubicBezTo>
                    <a:pt x="7620" y="4060"/>
                    <a:pt x="7763" y="5001"/>
                    <a:pt x="7822" y="5334"/>
                  </a:cubicBezTo>
                  <a:lnTo>
                    <a:pt x="7822" y="5346"/>
                  </a:lnTo>
                  <a:cubicBezTo>
                    <a:pt x="7632" y="5453"/>
                    <a:pt x="7310" y="5632"/>
                    <a:pt x="6787" y="5763"/>
                  </a:cubicBezTo>
                  <a:lnTo>
                    <a:pt x="6525" y="5644"/>
                  </a:lnTo>
                  <a:cubicBezTo>
                    <a:pt x="6453" y="5608"/>
                    <a:pt x="6418" y="5548"/>
                    <a:pt x="6418" y="5477"/>
                  </a:cubicBezTo>
                  <a:lnTo>
                    <a:pt x="6418" y="4929"/>
                  </a:lnTo>
                  <a:cubicBezTo>
                    <a:pt x="6918" y="4596"/>
                    <a:pt x="7263" y="4024"/>
                    <a:pt x="7263" y="3370"/>
                  </a:cubicBezTo>
                  <a:lnTo>
                    <a:pt x="7263" y="3072"/>
                  </a:lnTo>
                  <a:cubicBezTo>
                    <a:pt x="7263" y="2869"/>
                    <a:pt x="7180" y="2691"/>
                    <a:pt x="7037" y="2560"/>
                  </a:cubicBezTo>
                  <a:cubicBezTo>
                    <a:pt x="6727" y="2274"/>
                    <a:pt x="6001" y="1798"/>
                    <a:pt x="4751" y="1667"/>
                  </a:cubicBezTo>
                  <a:cubicBezTo>
                    <a:pt x="4744" y="1666"/>
                    <a:pt x="4737" y="1666"/>
                    <a:pt x="4730" y="1666"/>
                  </a:cubicBezTo>
                  <a:cubicBezTo>
                    <a:pt x="4645" y="1666"/>
                    <a:pt x="4583" y="1733"/>
                    <a:pt x="4572" y="1822"/>
                  </a:cubicBezTo>
                  <a:cubicBezTo>
                    <a:pt x="4548" y="1905"/>
                    <a:pt x="4632" y="1977"/>
                    <a:pt x="4715" y="2000"/>
                  </a:cubicBezTo>
                  <a:cubicBezTo>
                    <a:pt x="5882" y="2119"/>
                    <a:pt x="6537" y="2548"/>
                    <a:pt x="6834" y="2798"/>
                  </a:cubicBezTo>
                  <a:cubicBezTo>
                    <a:pt x="6906" y="2858"/>
                    <a:pt x="6953" y="2965"/>
                    <a:pt x="6953" y="3072"/>
                  </a:cubicBezTo>
                  <a:lnTo>
                    <a:pt x="6953" y="3370"/>
                  </a:lnTo>
                  <a:cubicBezTo>
                    <a:pt x="6953" y="4215"/>
                    <a:pt x="6263" y="4894"/>
                    <a:pt x="5417" y="4894"/>
                  </a:cubicBezTo>
                  <a:cubicBezTo>
                    <a:pt x="4572" y="4894"/>
                    <a:pt x="3881" y="4215"/>
                    <a:pt x="3881" y="3370"/>
                  </a:cubicBezTo>
                  <a:lnTo>
                    <a:pt x="3881" y="3227"/>
                  </a:lnTo>
                  <a:cubicBezTo>
                    <a:pt x="3881" y="3167"/>
                    <a:pt x="3917" y="3108"/>
                    <a:pt x="3977" y="3084"/>
                  </a:cubicBezTo>
                  <a:cubicBezTo>
                    <a:pt x="4167" y="2965"/>
                    <a:pt x="4429" y="2750"/>
                    <a:pt x="4548" y="2393"/>
                  </a:cubicBezTo>
                  <a:cubicBezTo>
                    <a:pt x="4584" y="2310"/>
                    <a:pt x="4536" y="2215"/>
                    <a:pt x="4453" y="2203"/>
                  </a:cubicBezTo>
                  <a:cubicBezTo>
                    <a:pt x="4434" y="2198"/>
                    <a:pt x="4415" y="2196"/>
                    <a:pt x="4398" y="2196"/>
                  </a:cubicBezTo>
                  <a:cubicBezTo>
                    <a:pt x="4327" y="2196"/>
                    <a:pt x="4270" y="2234"/>
                    <a:pt x="4251" y="2310"/>
                  </a:cubicBezTo>
                  <a:cubicBezTo>
                    <a:pt x="4167" y="2572"/>
                    <a:pt x="3977" y="2727"/>
                    <a:pt x="3822" y="2810"/>
                  </a:cubicBezTo>
                  <a:cubicBezTo>
                    <a:pt x="3679" y="2905"/>
                    <a:pt x="3572" y="3072"/>
                    <a:pt x="3572" y="3227"/>
                  </a:cubicBezTo>
                  <a:lnTo>
                    <a:pt x="3572" y="3370"/>
                  </a:lnTo>
                  <a:cubicBezTo>
                    <a:pt x="3572" y="4024"/>
                    <a:pt x="3917" y="4584"/>
                    <a:pt x="4417" y="4929"/>
                  </a:cubicBezTo>
                  <a:lnTo>
                    <a:pt x="4417" y="5477"/>
                  </a:lnTo>
                  <a:cubicBezTo>
                    <a:pt x="4417" y="5548"/>
                    <a:pt x="4370" y="5608"/>
                    <a:pt x="4310" y="5644"/>
                  </a:cubicBezTo>
                  <a:lnTo>
                    <a:pt x="4048" y="5763"/>
                  </a:lnTo>
                  <a:cubicBezTo>
                    <a:pt x="3536" y="5632"/>
                    <a:pt x="3215" y="5453"/>
                    <a:pt x="3060" y="5346"/>
                  </a:cubicBezTo>
                  <a:lnTo>
                    <a:pt x="3060" y="5334"/>
                  </a:lnTo>
                  <a:cubicBezTo>
                    <a:pt x="3131" y="5001"/>
                    <a:pt x="3262" y="4060"/>
                    <a:pt x="3393" y="2369"/>
                  </a:cubicBezTo>
                  <a:cubicBezTo>
                    <a:pt x="3441" y="1738"/>
                    <a:pt x="3655" y="1226"/>
                    <a:pt x="4036" y="845"/>
                  </a:cubicBezTo>
                  <a:cubicBezTo>
                    <a:pt x="4393" y="488"/>
                    <a:pt x="4882" y="298"/>
                    <a:pt x="5441" y="298"/>
                  </a:cubicBezTo>
                  <a:close/>
                  <a:moveTo>
                    <a:pt x="2750" y="5465"/>
                  </a:moveTo>
                  <a:cubicBezTo>
                    <a:pt x="2786" y="5501"/>
                    <a:pt x="2810" y="5572"/>
                    <a:pt x="2869" y="5596"/>
                  </a:cubicBezTo>
                  <a:cubicBezTo>
                    <a:pt x="3000" y="5691"/>
                    <a:pt x="3239" y="5822"/>
                    <a:pt x="3584" y="5941"/>
                  </a:cubicBezTo>
                  <a:lnTo>
                    <a:pt x="3155" y="6144"/>
                  </a:lnTo>
                  <a:lnTo>
                    <a:pt x="2655" y="6001"/>
                  </a:lnTo>
                  <a:cubicBezTo>
                    <a:pt x="2512" y="5953"/>
                    <a:pt x="2512" y="5953"/>
                    <a:pt x="2512" y="5906"/>
                  </a:cubicBezTo>
                  <a:lnTo>
                    <a:pt x="2512" y="5691"/>
                  </a:lnTo>
                  <a:cubicBezTo>
                    <a:pt x="2572" y="5656"/>
                    <a:pt x="2619" y="5608"/>
                    <a:pt x="2667" y="5572"/>
                  </a:cubicBezTo>
                  <a:cubicBezTo>
                    <a:pt x="2691" y="5536"/>
                    <a:pt x="2727" y="5513"/>
                    <a:pt x="2750" y="5465"/>
                  </a:cubicBezTo>
                  <a:close/>
                  <a:moveTo>
                    <a:pt x="8096" y="5239"/>
                  </a:moveTo>
                  <a:cubicBezTo>
                    <a:pt x="8180" y="5417"/>
                    <a:pt x="8323" y="5572"/>
                    <a:pt x="8477" y="5691"/>
                  </a:cubicBezTo>
                  <a:lnTo>
                    <a:pt x="8477" y="6025"/>
                  </a:lnTo>
                  <a:lnTo>
                    <a:pt x="8489" y="6025"/>
                  </a:lnTo>
                  <a:lnTo>
                    <a:pt x="7977" y="6287"/>
                  </a:lnTo>
                  <a:cubicBezTo>
                    <a:pt x="7977" y="6287"/>
                    <a:pt x="7965" y="6287"/>
                    <a:pt x="7965" y="6263"/>
                  </a:cubicBezTo>
                  <a:lnTo>
                    <a:pt x="7227" y="5941"/>
                  </a:lnTo>
                  <a:cubicBezTo>
                    <a:pt x="7596" y="5822"/>
                    <a:pt x="7822" y="5667"/>
                    <a:pt x="7942" y="5596"/>
                  </a:cubicBezTo>
                  <a:cubicBezTo>
                    <a:pt x="8049" y="5525"/>
                    <a:pt x="8108" y="5406"/>
                    <a:pt x="8096" y="5275"/>
                  </a:cubicBezTo>
                  <a:lnTo>
                    <a:pt x="8096" y="5239"/>
                  </a:lnTo>
                  <a:close/>
                  <a:moveTo>
                    <a:pt x="2203" y="5870"/>
                  </a:moveTo>
                  <a:lnTo>
                    <a:pt x="2203" y="5929"/>
                  </a:lnTo>
                  <a:cubicBezTo>
                    <a:pt x="2203" y="5953"/>
                    <a:pt x="2203" y="5989"/>
                    <a:pt x="2215" y="6013"/>
                  </a:cubicBezTo>
                  <a:lnTo>
                    <a:pt x="1857" y="6370"/>
                  </a:lnTo>
                  <a:lnTo>
                    <a:pt x="1500" y="6013"/>
                  </a:lnTo>
                  <a:cubicBezTo>
                    <a:pt x="1512" y="5989"/>
                    <a:pt x="1512" y="5953"/>
                    <a:pt x="1512" y="5929"/>
                  </a:cubicBezTo>
                  <a:lnTo>
                    <a:pt x="1512" y="5870"/>
                  </a:lnTo>
                  <a:cubicBezTo>
                    <a:pt x="1619" y="5894"/>
                    <a:pt x="1726" y="5929"/>
                    <a:pt x="1834" y="5929"/>
                  </a:cubicBezTo>
                  <a:lnTo>
                    <a:pt x="1857" y="5929"/>
                  </a:lnTo>
                  <a:cubicBezTo>
                    <a:pt x="1976" y="5929"/>
                    <a:pt x="2096" y="5906"/>
                    <a:pt x="2203" y="5870"/>
                  </a:cubicBezTo>
                  <a:close/>
                  <a:moveTo>
                    <a:pt x="9525" y="5882"/>
                  </a:moveTo>
                  <a:lnTo>
                    <a:pt x="9525" y="6048"/>
                  </a:lnTo>
                  <a:cubicBezTo>
                    <a:pt x="9525" y="6108"/>
                    <a:pt x="9537" y="6144"/>
                    <a:pt x="9573" y="6191"/>
                  </a:cubicBezTo>
                  <a:lnTo>
                    <a:pt x="9394" y="6322"/>
                  </a:lnTo>
                  <a:cubicBezTo>
                    <a:pt x="9323" y="6394"/>
                    <a:pt x="9236" y="6429"/>
                    <a:pt x="9151" y="6429"/>
                  </a:cubicBezTo>
                  <a:cubicBezTo>
                    <a:pt x="9067" y="6429"/>
                    <a:pt x="8983" y="6394"/>
                    <a:pt x="8918" y="6322"/>
                  </a:cubicBezTo>
                  <a:lnTo>
                    <a:pt x="8763" y="6191"/>
                  </a:lnTo>
                  <a:cubicBezTo>
                    <a:pt x="8799" y="6144"/>
                    <a:pt x="8811" y="6084"/>
                    <a:pt x="8811" y="6048"/>
                  </a:cubicBezTo>
                  <a:lnTo>
                    <a:pt x="8811" y="5882"/>
                  </a:lnTo>
                  <a:cubicBezTo>
                    <a:pt x="8918" y="5906"/>
                    <a:pt x="9037" y="5941"/>
                    <a:pt x="9168" y="5941"/>
                  </a:cubicBezTo>
                  <a:cubicBezTo>
                    <a:pt x="9287" y="5941"/>
                    <a:pt x="9406" y="5929"/>
                    <a:pt x="9525" y="5882"/>
                  </a:cubicBezTo>
                  <a:close/>
                  <a:moveTo>
                    <a:pt x="6096" y="5096"/>
                  </a:moveTo>
                  <a:lnTo>
                    <a:pt x="6096" y="5477"/>
                  </a:lnTo>
                  <a:cubicBezTo>
                    <a:pt x="6096" y="5667"/>
                    <a:pt x="6215" y="5846"/>
                    <a:pt x="6394" y="5941"/>
                  </a:cubicBezTo>
                  <a:lnTo>
                    <a:pt x="6632" y="6048"/>
                  </a:lnTo>
                  <a:cubicBezTo>
                    <a:pt x="6406" y="6489"/>
                    <a:pt x="5941" y="6787"/>
                    <a:pt x="5417" y="6787"/>
                  </a:cubicBezTo>
                  <a:cubicBezTo>
                    <a:pt x="4894" y="6787"/>
                    <a:pt x="4441" y="6501"/>
                    <a:pt x="4203" y="6048"/>
                  </a:cubicBezTo>
                  <a:lnTo>
                    <a:pt x="4441" y="5941"/>
                  </a:lnTo>
                  <a:cubicBezTo>
                    <a:pt x="4620" y="5870"/>
                    <a:pt x="4739" y="5691"/>
                    <a:pt x="4739" y="5477"/>
                  </a:cubicBezTo>
                  <a:lnTo>
                    <a:pt x="4739" y="5096"/>
                  </a:lnTo>
                  <a:cubicBezTo>
                    <a:pt x="4941" y="5179"/>
                    <a:pt x="5179" y="5227"/>
                    <a:pt x="5417" y="5227"/>
                  </a:cubicBezTo>
                  <a:cubicBezTo>
                    <a:pt x="5656" y="5227"/>
                    <a:pt x="5894" y="5179"/>
                    <a:pt x="6096" y="5096"/>
                  </a:cubicBezTo>
                  <a:close/>
                  <a:moveTo>
                    <a:pt x="5417" y="0"/>
                  </a:moveTo>
                  <a:cubicBezTo>
                    <a:pt x="4763" y="0"/>
                    <a:pt x="4215" y="226"/>
                    <a:pt x="3786" y="643"/>
                  </a:cubicBezTo>
                  <a:cubicBezTo>
                    <a:pt x="3346" y="1060"/>
                    <a:pt x="3096" y="1655"/>
                    <a:pt x="3048" y="2346"/>
                  </a:cubicBezTo>
                  <a:cubicBezTo>
                    <a:pt x="3036" y="2548"/>
                    <a:pt x="3024" y="2703"/>
                    <a:pt x="3012" y="2881"/>
                  </a:cubicBezTo>
                  <a:lnTo>
                    <a:pt x="1524" y="2881"/>
                  </a:lnTo>
                  <a:cubicBezTo>
                    <a:pt x="964" y="2881"/>
                    <a:pt x="512" y="3334"/>
                    <a:pt x="512" y="3893"/>
                  </a:cubicBezTo>
                  <a:lnTo>
                    <a:pt x="512" y="3917"/>
                  </a:lnTo>
                  <a:cubicBezTo>
                    <a:pt x="512" y="4048"/>
                    <a:pt x="536" y="4167"/>
                    <a:pt x="595" y="4286"/>
                  </a:cubicBezTo>
                  <a:lnTo>
                    <a:pt x="667" y="4453"/>
                  </a:lnTo>
                  <a:lnTo>
                    <a:pt x="667" y="4703"/>
                  </a:lnTo>
                  <a:cubicBezTo>
                    <a:pt x="667" y="5120"/>
                    <a:pt x="881" y="5477"/>
                    <a:pt x="1179" y="5703"/>
                  </a:cubicBezTo>
                  <a:lnTo>
                    <a:pt x="1179" y="5929"/>
                  </a:lnTo>
                  <a:cubicBezTo>
                    <a:pt x="1179" y="5953"/>
                    <a:pt x="1167" y="5989"/>
                    <a:pt x="1131" y="5989"/>
                  </a:cubicBezTo>
                  <a:lnTo>
                    <a:pt x="476" y="6179"/>
                  </a:lnTo>
                  <a:cubicBezTo>
                    <a:pt x="191" y="6251"/>
                    <a:pt x="0" y="6513"/>
                    <a:pt x="0" y="6810"/>
                  </a:cubicBezTo>
                  <a:lnTo>
                    <a:pt x="0" y="8120"/>
                  </a:lnTo>
                  <a:cubicBezTo>
                    <a:pt x="0" y="8215"/>
                    <a:pt x="71" y="8287"/>
                    <a:pt x="167" y="8287"/>
                  </a:cubicBezTo>
                  <a:cubicBezTo>
                    <a:pt x="250" y="8287"/>
                    <a:pt x="333" y="8215"/>
                    <a:pt x="333" y="8120"/>
                  </a:cubicBezTo>
                  <a:lnTo>
                    <a:pt x="333" y="6810"/>
                  </a:lnTo>
                  <a:cubicBezTo>
                    <a:pt x="333" y="6668"/>
                    <a:pt x="429" y="6513"/>
                    <a:pt x="583" y="6477"/>
                  </a:cubicBezTo>
                  <a:lnTo>
                    <a:pt x="1238" y="6287"/>
                  </a:lnTo>
                  <a:cubicBezTo>
                    <a:pt x="1262" y="6287"/>
                    <a:pt x="1286" y="6263"/>
                    <a:pt x="1310" y="6251"/>
                  </a:cubicBezTo>
                  <a:lnTo>
                    <a:pt x="1715" y="6656"/>
                  </a:lnTo>
                  <a:lnTo>
                    <a:pt x="1715" y="8108"/>
                  </a:lnTo>
                  <a:cubicBezTo>
                    <a:pt x="1715" y="8203"/>
                    <a:pt x="1786" y="8275"/>
                    <a:pt x="1881" y="8275"/>
                  </a:cubicBezTo>
                  <a:cubicBezTo>
                    <a:pt x="1965" y="8275"/>
                    <a:pt x="2036" y="8203"/>
                    <a:pt x="2036" y="8108"/>
                  </a:cubicBezTo>
                  <a:lnTo>
                    <a:pt x="2036" y="6656"/>
                  </a:lnTo>
                  <a:lnTo>
                    <a:pt x="2441" y="6251"/>
                  </a:lnTo>
                  <a:cubicBezTo>
                    <a:pt x="2500" y="6287"/>
                    <a:pt x="2548" y="6298"/>
                    <a:pt x="2596" y="6310"/>
                  </a:cubicBezTo>
                  <a:lnTo>
                    <a:pt x="2750" y="6358"/>
                  </a:lnTo>
                  <a:cubicBezTo>
                    <a:pt x="2536" y="6501"/>
                    <a:pt x="2393" y="6751"/>
                    <a:pt x="2393" y="7037"/>
                  </a:cubicBezTo>
                  <a:lnTo>
                    <a:pt x="2393" y="8120"/>
                  </a:lnTo>
                  <a:cubicBezTo>
                    <a:pt x="2393" y="8215"/>
                    <a:pt x="2465" y="8287"/>
                    <a:pt x="2560" y="8287"/>
                  </a:cubicBezTo>
                  <a:cubicBezTo>
                    <a:pt x="2643" y="8287"/>
                    <a:pt x="2727" y="8215"/>
                    <a:pt x="2727" y="8120"/>
                  </a:cubicBezTo>
                  <a:lnTo>
                    <a:pt x="2727" y="7037"/>
                  </a:lnTo>
                  <a:cubicBezTo>
                    <a:pt x="2727" y="6834"/>
                    <a:pt x="2846" y="6656"/>
                    <a:pt x="3036" y="6560"/>
                  </a:cubicBezTo>
                  <a:lnTo>
                    <a:pt x="3941" y="6156"/>
                  </a:lnTo>
                  <a:cubicBezTo>
                    <a:pt x="4227" y="6727"/>
                    <a:pt x="4810" y="7096"/>
                    <a:pt x="5441" y="7096"/>
                  </a:cubicBezTo>
                  <a:cubicBezTo>
                    <a:pt x="6084" y="7096"/>
                    <a:pt x="6668" y="6739"/>
                    <a:pt x="6953" y="6156"/>
                  </a:cubicBezTo>
                  <a:lnTo>
                    <a:pt x="7858" y="6560"/>
                  </a:lnTo>
                  <a:cubicBezTo>
                    <a:pt x="8049" y="6656"/>
                    <a:pt x="8168" y="6834"/>
                    <a:pt x="8168" y="7037"/>
                  </a:cubicBezTo>
                  <a:lnTo>
                    <a:pt x="8168" y="8120"/>
                  </a:lnTo>
                  <a:cubicBezTo>
                    <a:pt x="8168" y="8215"/>
                    <a:pt x="8239" y="8287"/>
                    <a:pt x="8334" y="8287"/>
                  </a:cubicBezTo>
                  <a:cubicBezTo>
                    <a:pt x="8418" y="8287"/>
                    <a:pt x="8501" y="8215"/>
                    <a:pt x="8501" y="8120"/>
                  </a:cubicBezTo>
                  <a:lnTo>
                    <a:pt x="8501" y="7037"/>
                  </a:lnTo>
                  <a:cubicBezTo>
                    <a:pt x="8501" y="6834"/>
                    <a:pt x="8418" y="6656"/>
                    <a:pt x="8299" y="6501"/>
                  </a:cubicBezTo>
                  <a:lnTo>
                    <a:pt x="8537" y="6382"/>
                  </a:lnTo>
                  <a:lnTo>
                    <a:pt x="8715" y="6560"/>
                  </a:lnTo>
                  <a:cubicBezTo>
                    <a:pt x="8858" y="6679"/>
                    <a:pt x="9013" y="6739"/>
                    <a:pt x="9180" y="6739"/>
                  </a:cubicBezTo>
                  <a:cubicBezTo>
                    <a:pt x="9346" y="6739"/>
                    <a:pt x="9513" y="6679"/>
                    <a:pt x="9644" y="6560"/>
                  </a:cubicBezTo>
                  <a:lnTo>
                    <a:pt x="9823" y="6382"/>
                  </a:lnTo>
                  <a:lnTo>
                    <a:pt x="10358" y="6656"/>
                  </a:lnTo>
                  <a:cubicBezTo>
                    <a:pt x="10478" y="6715"/>
                    <a:pt x="10549" y="6834"/>
                    <a:pt x="10549" y="6965"/>
                  </a:cubicBezTo>
                  <a:lnTo>
                    <a:pt x="10549" y="8144"/>
                  </a:lnTo>
                  <a:cubicBezTo>
                    <a:pt x="10549" y="8227"/>
                    <a:pt x="10620" y="8299"/>
                    <a:pt x="10716" y="8299"/>
                  </a:cubicBezTo>
                  <a:cubicBezTo>
                    <a:pt x="10799" y="8299"/>
                    <a:pt x="10882" y="8227"/>
                    <a:pt x="10882" y="8144"/>
                  </a:cubicBezTo>
                  <a:lnTo>
                    <a:pt x="10882" y="6965"/>
                  </a:lnTo>
                  <a:cubicBezTo>
                    <a:pt x="10823" y="6703"/>
                    <a:pt x="10692" y="6477"/>
                    <a:pt x="10466" y="6358"/>
                  </a:cubicBezTo>
                  <a:lnTo>
                    <a:pt x="9823" y="6025"/>
                  </a:lnTo>
                  <a:lnTo>
                    <a:pt x="9823" y="6013"/>
                  </a:lnTo>
                  <a:lnTo>
                    <a:pt x="9823" y="5691"/>
                  </a:lnTo>
                  <a:cubicBezTo>
                    <a:pt x="10097" y="5501"/>
                    <a:pt x="10275" y="5227"/>
                    <a:pt x="10311" y="4882"/>
                  </a:cubicBezTo>
                  <a:cubicBezTo>
                    <a:pt x="10430" y="4679"/>
                    <a:pt x="10489" y="4453"/>
                    <a:pt x="10489" y="4215"/>
                  </a:cubicBezTo>
                  <a:cubicBezTo>
                    <a:pt x="10489" y="3786"/>
                    <a:pt x="10287" y="3381"/>
                    <a:pt x="9954" y="3143"/>
                  </a:cubicBezTo>
                  <a:cubicBezTo>
                    <a:pt x="9977" y="3084"/>
                    <a:pt x="9989" y="3012"/>
                    <a:pt x="9989" y="2953"/>
                  </a:cubicBezTo>
                  <a:cubicBezTo>
                    <a:pt x="9989" y="2536"/>
                    <a:pt x="9620" y="2191"/>
                    <a:pt x="9156" y="2191"/>
                  </a:cubicBezTo>
                  <a:cubicBezTo>
                    <a:pt x="8692" y="2191"/>
                    <a:pt x="8323" y="2524"/>
                    <a:pt x="8323" y="2953"/>
                  </a:cubicBezTo>
                  <a:cubicBezTo>
                    <a:pt x="8323" y="3024"/>
                    <a:pt x="8334" y="3084"/>
                    <a:pt x="8346" y="3143"/>
                  </a:cubicBezTo>
                  <a:cubicBezTo>
                    <a:pt x="8156" y="3286"/>
                    <a:pt x="8013" y="3477"/>
                    <a:pt x="7906" y="3715"/>
                  </a:cubicBezTo>
                  <a:cubicBezTo>
                    <a:pt x="7858" y="3334"/>
                    <a:pt x="7834" y="2869"/>
                    <a:pt x="7787" y="2346"/>
                  </a:cubicBezTo>
                  <a:cubicBezTo>
                    <a:pt x="7739" y="1655"/>
                    <a:pt x="7489" y="1060"/>
                    <a:pt x="7060" y="643"/>
                  </a:cubicBezTo>
                  <a:cubicBezTo>
                    <a:pt x="6644" y="226"/>
                    <a:pt x="6072" y="0"/>
                    <a:pt x="5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6089408" y="3637503"/>
              <a:ext cx="10662" cy="36029"/>
            </a:xfrm>
            <a:custGeom>
              <a:rect b="b" l="l" r="r" t="t"/>
              <a:pathLst>
                <a:path extrusionOk="0" h="1132" w="335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977"/>
                  </a:lnTo>
                  <a:cubicBezTo>
                    <a:pt x="1" y="1060"/>
                    <a:pt x="72" y="1132"/>
                    <a:pt x="167" y="1132"/>
                  </a:cubicBezTo>
                  <a:cubicBezTo>
                    <a:pt x="251" y="1132"/>
                    <a:pt x="322" y="1060"/>
                    <a:pt x="322" y="977"/>
                  </a:cubicBezTo>
                  <a:lnTo>
                    <a:pt x="322" y="167"/>
                  </a:lnTo>
                  <a:cubicBezTo>
                    <a:pt x="334" y="84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35"/>
          <p:cNvSpPr/>
          <p:nvPr/>
        </p:nvSpPr>
        <p:spPr>
          <a:xfrm>
            <a:off x="6194488" y="3150000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2208075" y="3150000"/>
            <a:ext cx="572700" cy="5727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dk2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5"/>
          <p:cNvSpPr txBox="1"/>
          <p:nvPr>
            <p:ph idx="3" type="subTitle"/>
          </p:nvPr>
        </p:nvSpPr>
        <p:spPr>
          <a:xfrm>
            <a:off x="844400" y="3742700"/>
            <a:ext cx="3300000" cy="4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WEBSITE</a:t>
            </a:r>
            <a:endParaRPr/>
          </a:p>
        </p:txBody>
      </p:sp>
      <p:sp>
        <p:nvSpPr>
          <p:cNvPr id="330" name="Google Shape;330;p35"/>
          <p:cNvSpPr txBox="1"/>
          <p:nvPr>
            <p:ph idx="4" type="subTitle"/>
          </p:nvPr>
        </p:nvSpPr>
        <p:spPr>
          <a:xfrm>
            <a:off x="4830838" y="3742700"/>
            <a:ext cx="3300000" cy="4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GUIDES &amp; RESOURCES</a:t>
            </a:r>
            <a:endParaRPr/>
          </a:p>
        </p:txBody>
      </p:sp>
      <p:grpSp>
        <p:nvGrpSpPr>
          <p:cNvPr id="331" name="Google Shape;331;p35"/>
          <p:cNvGrpSpPr/>
          <p:nvPr/>
        </p:nvGrpSpPr>
        <p:grpSpPr>
          <a:xfrm>
            <a:off x="6303288" y="3258611"/>
            <a:ext cx="355099" cy="355481"/>
            <a:chOff x="3539102" y="2427549"/>
            <a:chExt cx="355099" cy="355481"/>
          </a:xfrm>
        </p:grpSpPr>
        <p:sp>
          <p:nvSpPr>
            <p:cNvPr id="332" name="Google Shape;332;p35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35"/>
          <p:cNvGrpSpPr/>
          <p:nvPr/>
        </p:nvGrpSpPr>
        <p:grpSpPr>
          <a:xfrm>
            <a:off x="2316885" y="3298107"/>
            <a:ext cx="355107" cy="276475"/>
            <a:chOff x="5776798" y="3409778"/>
            <a:chExt cx="346379" cy="264518"/>
          </a:xfrm>
        </p:grpSpPr>
        <p:sp>
          <p:nvSpPr>
            <p:cNvPr id="335" name="Google Shape;335;p35"/>
            <p:cNvSpPr/>
            <p:nvPr/>
          </p:nvSpPr>
          <p:spPr>
            <a:xfrm>
              <a:off x="589010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1" y="1013"/>
                    <a:pt x="167" y="1013"/>
                  </a:cubicBezTo>
                  <a:cubicBezTo>
                    <a:pt x="250" y="1013"/>
                    <a:pt x="321" y="929"/>
                    <a:pt x="321" y="846"/>
                  </a:cubicBezTo>
                  <a:lnTo>
                    <a:pt x="321" y="143"/>
                  </a:lnTo>
                  <a:cubicBezTo>
                    <a:pt x="321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5998094" y="3642055"/>
              <a:ext cx="10248" cy="32241"/>
            </a:xfrm>
            <a:custGeom>
              <a:rect b="b" l="l" r="r" t="t"/>
              <a:pathLst>
                <a:path extrusionOk="0" h="1013" w="322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2" y="1013"/>
                    <a:pt x="167" y="1013"/>
                  </a:cubicBezTo>
                  <a:cubicBezTo>
                    <a:pt x="250" y="1013"/>
                    <a:pt x="322" y="929"/>
                    <a:pt x="322" y="846"/>
                  </a:cubicBezTo>
                  <a:lnTo>
                    <a:pt x="322" y="143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5814673" y="3528367"/>
              <a:ext cx="43222" cy="15564"/>
            </a:xfrm>
            <a:custGeom>
              <a:rect b="b" l="l" r="r" t="t"/>
              <a:pathLst>
                <a:path extrusionOk="0" h="489" w="1358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9"/>
                    <a:pt x="1167" y="489"/>
                    <a:pt x="1191" y="489"/>
                  </a:cubicBezTo>
                  <a:cubicBezTo>
                    <a:pt x="1251" y="489"/>
                    <a:pt x="1310" y="453"/>
                    <a:pt x="1346" y="394"/>
                  </a:cubicBezTo>
                  <a:cubicBezTo>
                    <a:pt x="1358" y="322"/>
                    <a:pt x="1322" y="239"/>
                    <a:pt x="1251" y="191"/>
                  </a:cubicBezTo>
                  <a:cubicBezTo>
                    <a:pt x="882" y="13"/>
                    <a:pt x="19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5797995" y="3631074"/>
              <a:ext cx="10662" cy="42458"/>
            </a:xfrm>
            <a:custGeom>
              <a:rect b="b" l="l" r="r" t="t"/>
              <a:pathLst>
                <a:path extrusionOk="0" h="1334" w="335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1179"/>
                  </a:lnTo>
                  <a:cubicBezTo>
                    <a:pt x="1" y="1262"/>
                    <a:pt x="84" y="1334"/>
                    <a:pt x="167" y="1334"/>
                  </a:cubicBezTo>
                  <a:cubicBezTo>
                    <a:pt x="251" y="1334"/>
                    <a:pt x="334" y="1262"/>
                    <a:pt x="334" y="1179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5776798" y="3409778"/>
              <a:ext cx="346379" cy="264136"/>
            </a:xfrm>
            <a:custGeom>
              <a:rect b="b" l="l" r="r" t="t"/>
              <a:pathLst>
                <a:path extrusionOk="0" h="8299" w="10883">
                  <a:moveTo>
                    <a:pt x="9144" y="2512"/>
                  </a:moveTo>
                  <a:cubicBezTo>
                    <a:pt x="9418" y="2512"/>
                    <a:pt x="9656" y="2715"/>
                    <a:pt x="9656" y="2953"/>
                  </a:cubicBezTo>
                  <a:lnTo>
                    <a:pt x="9656" y="2977"/>
                  </a:lnTo>
                  <a:cubicBezTo>
                    <a:pt x="9501" y="2917"/>
                    <a:pt x="9335" y="2869"/>
                    <a:pt x="9144" y="2869"/>
                  </a:cubicBezTo>
                  <a:cubicBezTo>
                    <a:pt x="8965" y="2869"/>
                    <a:pt x="8787" y="2905"/>
                    <a:pt x="8620" y="2977"/>
                  </a:cubicBezTo>
                  <a:lnTo>
                    <a:pt x="8620" y="2953"/>
                  </a:lnTo>
                  <a:cubicBezTo>
                    <a:pt x="8620" y="2727"/>
                    <a:pt x="8858" y="2512"/>
                    <a:pt x="9144" y="2512"/>
                  </a:cubicBezTo>
                  <a:close/>
                  <a:moveTo>
                    <a:pt x="2869" y="3203"/>
                  </a:moveTo>
                  <a:lnTo>
                    <a:pt x="2869" y="3858"/>
                  </a:lnTo>
                  <a:cubicBezTo>
                    <a:pt x="2869" y="3965"/>
                    <a:pt x="2846" y="4060"/>
                    <a:pt x="2798" y="4167"/>
                  </a:cubicBezTo>
                  <a:lnTo>
                    <a:pt x="2727" y="4334"/>
                  </a:lnTo>
                  <a:cubicBezTo>
                    <a:pt x="2715" y="4346"/>
                    <a:pt x="2715" y="4382"/>
                    <a:pt x="2715" y="4405"/>
                  </a:cubicBezTo>
                  <a:lnTo>
                    <a:pt x="2715" y="4751"/>
                  </a:lnTo>
                  <a:cubicBezTo>
                    <a:pt x="2715" y="4989"/>
                    <a:pt x="2619" y="5191"/>
                    <a:pt x="2441" y="5358"/>
                  </a:cubicBezTo>
                  <a:cubicBezTo>
                    <a:pt x="2298" y="5525"/>
                    <a:pt x="2072" y="5596"/>
                    <a:pt x="1834" y="5596"/>
                  </a:cubicBezTo>
                  <a:cubicBezTo>
                    <a:pt x="1369" y="5584"/>
                    <a:pt x="1000" y="5179"/>
                    <a:pt x="1000" y="4703"/>
                  </a:cubicBezTo>
                  <a:lnTo>
                    <a:pt x="1000" y="4405"/>
                  </a:lnTo>
                  <a:cubicBezTo>
                    <a:pt x="1000" y="4382"/>
                    <a:pt x="1000" y="4358"/>
                    <a:pt x="988" y="4334"/>
                  </a:cubicBezTo>
                  <a:lnTo>
                    <a:pt x="881" y="4143"/>
                  </a:lnTo>
                  <a:cubicBezTo>
                    <a:pt x="845" y="4060"/>
                    <a:pt x="822" y="3989"/>
                    <a:pt x="822" y="3905"/>
                  </a:cubicBezTo>
                  <a:lnTo>
                    <a:pt x="822" y="3882"/>
                  </a:lnTo>
                  <a:cubicBezTo>
                    <a:pt x="822" y="3501"/>
                    <a:pt x="1131" y="3203"/>
                    <a:pt x="1500" y="3203"/>
                  </a:cubicBezTo>
                  <a:close/>
                  <a:moveTo>
                    <a:pt x="9144" y="3215"/>
                  </a:moveTo>
                  <a:cubicBezTo>
                    <a:pt x="9704" y="3215"/>
                    <a:pt x="10168" y="3679"/>
                    <a:pt x="10168" y="4239"/>
                  </a:cubicBezTo>
                  <a:cubicBezTo>
                    <a:pt x="10168" y="4346"/>
                    <a:pt x="10156" y="4465"/>
                    <a:pt x="10108" y="4572"/>
                  </a:cubicBezTo>
                  <a:cubicBezTo>
                    <a:pt x="9656" y="4108"/>
                    <a:pt x="8870" y="3929"/>
                    <a:pt x="8823" y="3929"/>
                  </a:cubicBezTo>
                  <a:cubicBezTo>
                    <a:pt x="8814" y="3926"/>
                    <a:pt x="8804" y="3925"/>
                    <a:pt x="8794" y="3925"/>
                  </a:cubicBezTo>
                  <a:cubicBezTo>
                    <a:pt x="8763" y="3925"/>
                    <a:pt x="8727" y="3938"/>
                    <a:pt x="8692" y="3965"/>
                  </a:cubicBezTo>
                  <a:cubicBezTo>
                    <a:pt x="8644" y="3989"/>
                    <a:pt x="8632" y="4036"/>
                    <a:pt x="8632" y="4084"/>
                  </a:cubicBezTo>
                  <a:cubicBezTo>
                    <a:pt x="8632" y="4084"/>
                    <a:pt x="8632" y="4179"/>
                    <a:pt x="8513" y="4298"/>
                  </a:cubicBezTo>
                  <a:cubicBezTo>
                    <a:pt x="8453" y="4358"/>
                    <a:pt x="8453" y="4465"/>
                    <a:pt x="8513" y="4524"/>
                  </a:cubicBezTo>
                  <a:cubicBezTo>
                    <a:pt x="8543" y="4554"/>
                    <a:pt x="8584" y="4569"/>
                    <a:pt x="8626" y="4569"/>
                  </a:cubicBezTo>
                  <a:cubicBezTo>
                    <a:pt x="8668" y="4569"/>
                    <a:pt x="8709" y="4554"/>
                    <a:pt x="8739" y="4524"/>
                  </a:cubicBezTo>
                  <a:cubicBezTo>
                    <a:pt x="8823" y="4441"/>
                    <a:pt x="8882" y="4346"/>
                    <a:pt x="8918" y="4274"/>
                  </a:cubicBezTo>
                  <a:cubicBezTo>
                    <a:pt x="9180" y="4346"/>
                    <a:pt x="9739" y="4560"/>
                    <a:pt x="9989" y="4894"/>
                  </a:cubicBezTo>
                  <a:cubicBezTo>
                    <a:pt x="9906" y="5298"/>
                    <a:pt x="9573" y="5596"/>
                    <a:pt x="9144" y="5596"/>
                  </a:cubicBezTo>
                  <a:cubicBezTo>
                    <a:pt x="8704" y="5596"/>
                    <a:pt x="8334" y="5275"/>
                    <a:pt x="8287" y="4834"/>
                  </a:cubicBezTo>
                  <a:cubicBezTo>
                    <a:pt x="8287" y="4810"/>
                    <a:pt x="8275" y="4798"/>
                    <a:pt x="8263" y="4774"/>
                  </a:cubicBezTo>
                  <a:cubicBezTo>
                    <a:pt x="8156" y="4620"/>
                    <a:pt x="8108" y="4441"/>
                    <a:pt x="8108" y="4239"/>
                  </a:cubicBezTo>
                  <a:cubicBezTo>
                    <a:pt x="8108" y="3679"/>
                    <a:pt x="8573" y="3215"/>
                    <a:pt x="9144" y="3215"/>
                  </a:cubicBezTo>
                  <a:close/>
                  <a:moveTo>
                    <a:pt x="5441" y="298"/>
                  </a:moveTo>
                  <a:cubicBezTo>
                    <a:pt x="6013" y="298"/>
                    <a:pt x="6489" y="488"/>
                    <a:pt x="6858" y="845"/>
                  </a:cubicBezTo>
                  <a:cubicBezTo>
                    <a:pt x="7227" y="1226"/>
                    <a:pt x="7453" y="1738"/>
                    <a:pt x="7501" y="2369"/>
                  </a:cubicBezTo>
                  <a:cubicBezTo>
                    <a:pt x="7620" y="4060"/>
                    <a:pt x="7763" y="5001"/>
                    <a:pt x="7822" y="5334"/>
                  </a:cubicBezTo>
                  <a:lnTo>
                    <a:pt x="7822" y="5346"/>
                  </a:lnTo>
                  <a:cubicBezTo>
                    <a:pt x="7632" y="5453"/>
                    <a:pt x="7310" y="5632"/>
                    <a:pt x="6787" y="5763"/>
                  </a:cubicBezTo>
                  <a:lnTo>
                    <a:pt x="6525" y="5644"/>
                  </a:lnTo>
                  <a:cubicBezTo>
                    <a:pt x="6453" y="5608"/>
                    <a:pt x="6418" y="5548"/>
                    <a:pt x="6418" y="5477"/>
                  </a:cubicBezTo>
                  <a:lnTo>
                    <a:pt x="6418" y="4929"/>
                  </a:lnTo>
                  <a:cubicBezTo>
                    <a:pt x="6918" y="4596"/>
                    <a:pt x="7263" y="4024"/>
                    <a:pt x="7263" y="3370"/>
                  </a:cubicBezTo>
                  <a:lnTo>
                    <a:pt x="7263" y="3072"/>
                  </a:lnTo>
                  <a:cubicBezTo>
                    <a:pt x="7263" y="2869"/>
                    <a:pt x="7180" y="2691"/>
                    <a:pt x="7037" y="2560"/>
                  </a:cubicBezTo>
                  <a:cubicBezTo>
                    <a:pt x="6727" y="2274"/>
                    <a:pt x="6001" y="1798"/>
                    <a:pt x="4751" y="1667"/>
                  </a:cubicBezTo>
                  <a:cubicBezTo>
                    <a:pt x="4744" y="1666"/>
                    <a:pt x="4737" y="1666"/>
                    <a:pt x="4730" y="1666"/>
                  </a:cubicBezTo>
                  <a:cubicBezTo>
                    <a:pt x="4645" y="1666"/>
                    <a:pt x="4583" y="1733"/>
                    <a:pt x="4572" y="1822"/>
                  </a:cubicBezTo>
                  <a:cubicBezTo>
                    <a:pt x="4548" y="1905"/>
                    <a:pt x="4632" y="1977"/>
                    <a:pt x="4715" y="2000"/>
                  </a:cubicBezTo>
                  <a:cubicBezTo>
                    <a:pt x="5882" y="2119"/>
                    <a:pt x="6537" y="2548"/>
                    <a:pt x="6834" y="2798"/>
                  </a:cubicBezTo>
                  <a:cubicBezTo>
                    <a:pt x="6906" y="2858"/>
                    <a:pt x="6953" y="2965"/>
                    <a:pt x="6953" y="3072"/>
                  </a:cubicBezTo>
                  <a:lnTo>
                    <a:pt x="6953" y="3370"/>
                  </a:lnTo>
                  <a:cubicBezTo>
                    <a:pt x="6953" y="4215"/>
                    <a:pt x="6263" y="4894"/>
                    <a:pt x="5417" y="4894"/>
                  </a:cubicBezTo>
                  <a:cubicBezTo>
                    <a:pt x="4572" y="4894"/>
                    <a:pt x="3881" y="4215"/>
                    <a:pt x="3881" y="3370"/>
                  </a:cubicBezTo>
                  <a:lnTo>
                    <a:pt x="3881" y="3227"/>
                  </a:lnTo>
                  <a:cubicBezTo>
                    <a:pt x="3881" y="3167"/>
                    <a:pt x="3917" y="3108"/>
                    <a:pt x="3977" y="3084"/>
                  </a:cubicBezTo>
                  <a:cubicBezTo>
                    <a:pt x="4167" y="2965"/>
                    <a:pt x="4429" y="2750"/>
                    <a:pt x="4548" y="2393"/>
                  </a:cubicBezTo>
                  <a:cubicBezTo>
                    <a:pt x="4584" y="2310"/>
                    <a:pt x="4536" y="2215"/>
                    <a:pt x="4453" y="2203"/>
                  </a:cubicBezTo>
                  <a:cubicBezTo>
                    <a:pt x="4434" y="2198"/>
                    <a:pt x="4415" y="2196"/>
                    <a:pt x="4398" y="2196"/>
                  </a:cubicBezTo>
                  <a:cubicBezTo>
                    <a:pt x="4327" y="2196"/>
                    <a:pt x="4270" y="2234"/>
                    <a:pt x="4251" y="2310"/>
                  </a:cubicBezTo>
                  <a:cubicBezTo>
                    <a:pt x="4167" y="2572"/>
                    <a:pt x="3977" y="2727"/>
                    <a:pt x="3822" y="2810"/>
                  </a:cubicBezTo>
                  <a:cubicBezTo>
                    <a:pt x="3679" y="2905"/>
                    <a:pt x="3572" y="3072"/>
                    <a:pt x="3572" y="3227"/>
                  </a:cubicBezTo>
                  <a:lnTo>
                    <a:pt x="3572" y="3370"/>
                  </a:lnTo>
                  <a:cubicBezTo>
                    <a:pt x="3572" y="4024"/>
                    <a:pt x="3917" y="4584"/>
                    <a:pt x="4417" y="4929"/>
                  </a:cubicBezTo>
                  <a:lnTo>
                    <a:pt x="4417" y="5477"/>
                  </a:lnTo>
                  <a:cubicBezTo>
                    <a:pt x="4417" y="5548"/>
                    <a:pt x="4370" y="5608"/>
                    <a:pt x="4310" y="5644"/>
                  </a:cubicBezTo>
                  <a:lnTo>
                    <a:pt x="4048" y="5763"/>
                  </a:lnTo>
                  <a:cubicBezTo>
                    <a:pt x="3536" y="5632"/>
                    <a:pt x="3215" y="5453"/>
                    <a:pt x="3060" y="5346"/>
                  </a:cubicBezTo>
                  <a:lnTo>
                    <a:pt x="3060" y="5334"/>
                  </a:lnTo>
                  <a:cubicBezTo>
                    <a:pt x="3131" y="5001"/>
                    <a:pt x="3262" y="4060"/>
                    <a:pt x="3393" y="2369"/>
                  </a:cubicBezTo>
                  <a:cubicBezTo>
                    <a:pt x="3441" y="1738"/>
                    <a:pt x="3655" y="1226"/>
                    <a:pt x="4036" y="845"/>
                  </a:cubicBezTo>
                  <a:cubicBezTo>
                    <a:pt x="4393" y="488"/>
                    <a:pt x="4882" y="298"/>
                    <a:pt x="5441" y="298"/>
                  </a:cubicBezTo>
                  <a:close/>
                  <a:moveTo>
                    <a:pt x="2750" y="5465"/>
                  </a:moveTo>
                  <a:cubicBezTo>
                    <a:pt x="2786" y="5501"/>
                    <a:pt x="2810" y="5572"/>
                    <a:pt x="2869" y="5596"/>
                  </a:cubicBezTo>
                  <a:cubicBezTo>
                    <a:pt x="3000" y="5691"/>
                    <a:pt x="3239" y="5822"/>
                    <a:pt x="3584" y="5941"/>
                  </a:cubicBezTo>
                  <a:lnTo>
                    <a:pt x="3155" y="6144"/>
                  </a:lnTo>
                  <a:lnTo>
                    <a:pt x="2655" y="6001"/>
                  </a:lnTo>
                  <a:cubicBezTo>
                    <a:pt x="2512" y="5953"/>
                    <a:pt x="2512" y="5953"/>
                    <a:pt x="2512" y="5906"/>
                  </a:cubicBezTo>
                  <a:lnTo>
                    <a:pt x="2512" y="5691"/>
                  </a:lnTo>
                  <a:cubicBezTo>
                    <a:pt x="2572" y="5656"/>
                    <a:pt x="2619" y="5608"/>
                    <a:pt x="2667" y="5572"/>
                  </a:cubicBezTo>
                  <a:cubicBezTo>
                    <a:pt x="2691" y="5536"/>
                    <a:pt x="2727" y="5513"/>
                    <a:pt x="2750" y="5465"/>
                  </a:cubicBezTo>
                  <a:close/>
                  <a:moveTo>
                    <a:pt x="8096" y="5239"/>
                  </a:moveTo>
                  <a:cubicBezTo>
                    <a:pt x="8180" y="5417"/>
                    <a:pt x="8323" y="5572"/>
                    <a:pt x="8477" y="5691"/>
                  </a:cubicBezTo>
                  <a:lnTo>
                    <a:pt x="8477" y="6025"/>
                  </a:lnTo>
                  <a:lnTo>
                    <a:pt x="8489" y="6025"/>
                  </a:lnTo>
                  <a:lnTo>
                    <a:pt x="7977" y="6287"/>
                  </a:lnTo>
                  <a:cubicBezTo>
                    <a:pt x="7977" y="6287"/>
                    <a:pt x="7965" y="6287"/>
                    <a:pt x="7965" y="6263"/>
                  </a:cubicBezTo>
                  <a:lnTo>
                    <a:pt x="7227" y="5941"/>
                  </a:lnTo>
                  <a:cubicBezTo>
                    <a:pt x="7596" y="5822"/>
                    <a:pt x="7822" y="5667"/>
                    <a:pt x="7942" y="5596"/>
                  </a:cubicBezTo>
                  <a:cubicBezTo>
                    <a:pt x="8049" y="5525"/>
                    <a:pt x="8108" y="5406"/>
                    <a:pt x="8096" y="5275"/>
                  </a:cubicBezTo>
                  <a:lnTo>
                    <a:pt x="8096" y="5239"/>
                  </a:lnTo>
                  <a:close/>
                  <a:moveTo>
                    <a:pt x="2203" y="5870"/>
                  </a:moveTo>
                  <a:lnTo>
                    <a:pt x="2203" y="5929"/>
                  </a:lnTo>
                  <a:cubicBezTo>
                    <a:pt x="2203" y="5953"/>
                    <a:pt x="2203" y="5989"/>
                    <a:pt x="2215" y="6013"/>
                  </a:cubicBezTo>
                  <a:lnTo>
                    <a:pt x="1857" y="6370"/>
                  </a:lnTo>
                  <a:lnTo>
                    <a:pt x="1500" y="6013"/>
                  </a:lnTo>
                  <a:cubicBezTo>
                    <a:pt x="1512" y="5989"/>
                    <a:pt x="1512" y="5953"/>
                    <a:pt x="1512" y="5929"/>
                  </a:cubicBezTo>
                  <a:lnTo>
                    <a:pt x="1512" y="5870"/>
                  </a:lnTo>
                  <a:cubicBezTo>
                    <a:pt x="1619" y="5894"/>
                    <a:pt x="1726" y="5929"/>
                    <a:pt x="1834" y="5929"/>
                  </a:cubicBezTo>
                  <a:lnTo>
                    <a:pt x="1857" y="5929"/>
                  </a:lnTo>
                  <a:cubicBezTo>
                    <a:pt x="1976" y="5929"/>
                    <a:pt x="2096" y="5906"/>
                    <a:pt x="2203" y="5870"/>
                  </a:cubicBezTo>
                  <a:close/>
                  <a:moveTo>
                    <a:pt x="9525" y="5882"/>
                  </a:moveTo>
                  <a:lnTo>
                    <a:pt x="9525" y="6048"/>
                  </a:lnTo>
                  <a:cubicBezTo>
                    <a:pt x="9525" y="6108"/>
                    <a:pt x="9537" y="6144"/>
                    <a:pt x="9573" y="6191"/>
                  </a:cubicBezTo>
                  <a:lnTo>
                    <a:pt x="9394" y="6322"/>
                  </a:lnTo>
                  <a:cubicBezTo>
                    <a:pt x="9323" y="6394"/>
                    <a:pt x="9236" y="6429"/>
                    <a:pt x="9151" y="6429"/>
                  </a:cubicBezTo>
                  <a:cubicBezTo>
                    <a:pt x="9067" y="6429"/>
                    <a:pt x="8983" y="6394"/>
                    <a:pt x="8918" y="6322"/>
                  </a:cubicBezTo>
                  <a:lnTo>
                    <a:pt x="8763" y="6191"/>
                  </a:lnTo>
                  <a:cubicBezTo>
                    <a:pt x="8799" y="6144"/>
                    <a:pt x="8811" y="6084"/>
                    <a:pt x="8811" y="6048"/>
                  </a:cubicBezTo>
                  <a:lnTo>
                    <a:pt x="8811" y="5882"/>
                  </a:lnTo>
                  <a:cubicBezTo>
                    <a:pt x="8918" y="5906"/>
                    <a:pt x="9037" y="5941"/>
                    <a:pt x="9168" y="5941"/>
                  </a:cubicBezTo>
                  <a:cubicBezTo>
                    <a:pt x="9287" y="5941"/>
                    <a:pt x="9406" y="5929"/>
                    <a:pt x="9525" y="5882"/>
                  </a:cubicBezTo>
                  <a:close/>
                  <a:moveTo>
                    <a:pt x="6096" y="5096"/>
                  </a:moveTo>
                  <a:lnTo>
                    <a:pt x="6096" y="5477"/>
                  </a:lnTo>
                  <a:cubicBezTo>
                    <a:pt x="6096" y="5667"/>
                    <a:pt x="6215" y="5846"/>
                    <a:pt x="6394" y="5941"/>
                  </a:cubicBezTo>
                  <a:lnTo>
                    <a:pt x="6632" y="6048"/>
                  </a:lnTo>
                  <a:cubicBezTo>
                    <a:pt x="6406" y="6489"/>
                    <a:pt x="5941" y="6787"/>
                    <a:pt x="5417" y="6787"/>
                  </a:cubicBezTo>
                  <a:cubicBezTo>
                    <a:pt x="4894" y="6787"/>
                    <a:pt x="4441" y="6501"/>
                    <a:pt x="4203" y="6048"/>
                  </a:cubicBezTo>
                  <a:lnTo>
                    <a:pt x="4441" y="5941"/>
                  </a:lnTo>
                  <a:cubicBezTo>
                    <a:pt x="4620" y="5870"/>
                    <a:pt x="4739" y="5691"/>
                    <a:pt x="4739" y="5477"/>
                  </a:cubicBezTo>
                  <a:lnTo>
                    <a:pt x="4739" y="5096"/>
                  </a:lnTo>
                  <a:cubicBezTo>
                    <a:pt x="4941" y="5179"/>
                    <a:pt x="5179" y="5227"/>
                    <a:pt x="5417" y="5227"/>
                  </a:cubicBezTo>
                  <a:cubicBezTo>
                    <a:pt x="5656" y="5227"/>
                    <a:pt x="5894" y="5179"/>
                    <a:pt x="6096" y="5096"/>
                  </a:cubicBezTo>
                  <a:close/>
                  <a:moveTo>
                    <a:pt x="5417" y="0"/>
                  </a:moveTo>
                  <a:cubicBezTo>
                    <a:pt x="4763" y="0"/>
                    <a:pt x="4215" y="226"/>
                    <a:pt x="3786" y="643"/>
                  </a:cubicBezTo>
                  <a:cubicBezTo>
                    <a:pt x="3346" y="1060"/>
                    <a:pt x="3096" y="1655"/>
                    <a:pt x="3048" y="2346"/>
                  </a:cubicBezTo>
                  <a:cubicBezTo>
                    <a:pt x="3036" y="2548"/>
                    <a:pt x="3024" y="2703"/>
                    <a:pt x="3012" y="2881"/>
                  </a:cubicBezTo>
                  <a:lnTo>
                    <a:pt x="1524" y="2881"/>
                  </a:lnTo>
                  <a:cubicBezTo>
                    <a:pt x="964" y="2881"/>
                    <a:pt x="512" y="3334"/>
                    <a:pt x="512" y="3893"/>
                  </a:cubicBezTo>
                  <a:lnTo>
                    <a:pt x="512" y="3917"/>
                  </a:lnTo>
                  <a:cubicBezTo>
                    <a:pt x="512" y="4048"/>
                    <a:pt x="536" y="4167"/>
                    <a:pt x="595" y="4286"/>
                  </a:cubicBezTo>
                  <a:lnTo>
                    <a:pt x="667" y="4453"/>
                  </a:lnTo>
                  <a:lnTo>
                    <a:pt x="667" y="4703"/>
                  </a:lnTo>
                  <a:cubicBezTo>
                    <a:pt x="667" y="5120"/>
                    <a:pt x="881" y="5477"/>
                    <a:pt x="1179" y="5703"/>
                  </a:cubicBezTo>
                  <a:lnTo>
                    <a:pt x="1179" y="5929"/>
                  </a:lnTo>
                  <a:cubicBezTo>
                    <a:pt x="1179" y="5953"/>
                    <a:pt x="1167" y="5989"/>
                    <a:pt x="1131" y="5989"/>
                  </a:cubicBezTo>
                  <a:lnTo>
                    <a:pt x="476" y="6179"/>
                  </a:lnTo>
                  <a:cubicBezTo>
                    <a:pt x="191" y="6251"/>
                    <a:pt x="0" y="6513"/>
                    <a:pt x="0" y="6810"/>
                  </a:cubicBezTo>
                  <a:lnTo>
                    <a:pt x="0" y="8120"/>
                  </a:lnTo>
                  <a:cubicBezTo>
                    <a:pt x="0" y="8215"/>
                    <a:pt x="71" y="8287"/>
                    <a:pt x="167" y="8287"/>
                  </a:cubicBezTo>
                  <a:cubicBezTo>
                    <a:pt x="250" y="8287"/>
                    <a:pt x="333" y="8215"/>
                    <a:pt x="333" y="8120"/>
                  </a:cubicBezTo>
                  <a:lnTo>
                    <a:pt x="333" y="6810"/>
                  </a:lnTo>
                  <a:cubicBezTo>
                    <a:pt x="333" y="6668"/>
                    <a:pt x="429" y="6513"/>
                    <a:pt x="583" y="6477"/>
                  </a:cubicBezTo>
                  <a:lnTo>
                    <a:pt x="1238" y="6287"/>
                  </a:lnTo>
                  <a:cubicBezTo>
                    <a:pt x="1262" y="6287"/>
                    <a:pt x="1286" y="6263"/>
                    <a:pt x="1310" y="6251"/>
                  </a:cubicBezTo>
                  <a:lnTo>
                    <a:pt x="1715" y="6656"/>
                  </a:lnTo>
                  <a:lnTo>
                    <a:pt x="1715" y="8108"/>
                  </a:lnTo>
                  <a:cubicBezTo>
                    <a:pt x="1715" y="8203"/>
                    <a:pt x="1786" y="8275"/>
                    <a:pt x="1881" y="8275"/>
                  </a:cubicBezTo>
                  <a:cubicBezTo>
                    <a:pt x="1965" y="8275"/>
                    <a:pt x="2036" y="8203"/>
                    <a:pt x="2036" y="8108"/>
                  </a:cubicBezTo>
                  <a:lnTo>
                    <a:pt x="2036" y="6656"/>
                  </a:lnTo>
                  <a:lnTo>
                    <a:pt x="2441" y="6251"/>
                  </a:lnTo>
                  <a:cubicBezTo>
                    <a:pt x="2500" y="6287"/>
                    <a:pt x="2548" y="6298"/>
                    <a:pt x="2596" y="6310"/>
                  </a:cubicBezTo>
                  <a:lnTo>
                    <a:pt x="2750" y="6358"/>
                  </a:lnTo>
                  <a:cubicBezTo>
                    <a:pt x="2536" y="6501"/>
                    <a:pt x="2393" y="6751"/>
                    <a:pt x="2393" y="7037"/>
                  </a:cubicBezTo>
                  <a:lnTo>
                    <a:pt x="2393" y="8120"/>
                  </a:lnTo>
                  <a:cubicBezTo>
                    <a:pt x="2393" y="8215"/>
                    <a:pt x="2465" y="8287"/>
                    <a:pt x="2560" y="8287"/>
                  </a:cubicBezTo>
                  <a:cubicBezTo>
                    <a:pt x="2643" y="8287"/>
                    <a:pt x="2727" y="8215"/>
                    <a:pt x="2727" y="8120"/>
                  </a:cubicBezTo>
                  <a:lnTo>
                    <a:pt x="2727" y="7037"/>
                  </a:lnTo>
                  <a:cubicBezTo>
                    <a:pt x="2727" y="6834"/>
                    <a:pt x="2846" y="6656"/>
                    <a:pt x="3036" y="6560"/>
                  </a:cubicBezTo>
                  <a:lnTo>
                    <a:pt x="3941" y="6156"/>
                  </a:lnTo>
                  <a:cubicBezTo>
                    <a:pt x="4227" y="6727"/>
                    <a:pt x="4810" y="7096"/>
                    <a:pt x="5441" y="7096"/>
                  </a:cubicBezTo>
                  <a:cubicBezTo>
                    <a:pt x="6084" y="7096"/>
                    <a:pt x="6668" y="6739"/>
                    <a:pt x="6953" y="6156"/>
                  </a:cubicBezTo>
                  <a:lnTo>
                    <a:pt x="7858" y="6560"/>
                  </a:lnTo>
                  <a:cubicBezTo>
                    <a:pt x="8049" y="6656"/>
                    <a:pt x="8168" y="6834"/>
                    <a:pt x="8168" y="7037"/>
                  </a:cubicBezTo>
                  <a:lnTo>
                    <a:pt x="8168" y="8120"/>
                  </a:lnTo>
                  <a:cubicBezTo>
                    <a:pt x="8168" y="8215"/>
                    <a:pt x="8239" y="8287"/>
                    <a:pt x="8334" y="8287"/>
                  </a:cubicBezTo>
                  <a:cubicBezTo>
                    <a:pt x="8418" y="8287"/>
                    <a:pt x="8501" y="8215"/>
                    <a:pt x="8501" y="8120"/>
                  </a:cubicBezTo>
                  <a:lnTo>
                    <a:pt x="8501" y="7037"/>
                  </a:lnTo>
                  <a:cubicBezTo>
                    <a:pt x="8501" y="6834"/>
                    <a:pt x="8418" y="6656"/>
                    <a:pt x="8299" y="6501"/>
                  </a:cubicBezTo>
                  <a:lnTo>
                    <a:pt x="8537" y="6382"/>
                  </a:lnTo>
                  <a:lnTo>
                    <a:pt x="8715" y="6560"/>
                  </a:lnTo>
                  <a:cubicBezTo>
                    <a:pt x="8858" y="6679"/>
                    <a:pt x="9013" y="6739"/>
                    <a:pt x="9180" y="6739"/>
                  </a:cubicBezTo>
                  <a:cubicBezTo>
                    <a:pt x="9346" y="6739"/>
                    <a:pt x="9513" y="6679"/>
                    <a:pt x="9644" y="6560"/>
                  </a:cubicBezTo>
                  <a:lnTo>
                    <a:pt x="9823" y="6382"/>
                  </a:lnTo>
                  <a:lnTo>
                    <a:pt x="10358" y="6656"/>
                  </a:lnTo>
                  <a:cubicBezTo>
                    <a:pt x="10478" y="6715"/>
                    <a:pt x="10549" y="6834"/>
                    <a:pt x="10549" y="6965"/>
                  </a:cubicBezTo>
                  <a:lnTo>
                    <a:pt x="10549" y="8144"/>
                  </a:lnTo>
                  <a:cubicBezTo>
                    <a:pt x="10549" y="8227"/>
                    <a:pt x="10620" y="8299"/>
                    <a:pt x="10716" y="8299"/>
                  </a:cubicBezTo>
                  <a:cubicBezTo>
                    <a:pt x="10799" y="8299"/>
                    <a:pt x="10882" y="8227"/>
                    <a:pt x="10882" y="8144"/>
                  </a:cubicBezTo>
                  <a:lnTo>
                    <a:pt x="10882" y="6965"/>
                  </a:lnTo>
                  <a:cubicBezTo>
                    <a:pt x="10823" y="6703"/>
                    <a:pt x="10692" y="6477"/>
                    <a:pt x="10466" y="6358"/>
                  </a:cubicBezTo>
                  <a:lnTo>
                    <a:pt x="9823" y="6025"/>
                  </a:lnTo>
                  <a:lnTo>
                    <a:pt x="9823" y="6013"/>
                  </a:lnTo>
                  <a:lnTo>
                    <a:pt x="9823" y="5691"/>
                  </a:lnTo>
                  <a:cubicBezTo>
                    <a:pt x="10097" y="5501"/>
                    <a:pt x="10275" y="5227"/>
                    <a:pt x="10311" y="4882"/>
                  </a:cubicBezTo>
                  <a:cubicBezTo>
                    <a:pt x="10430" y="4679"/>
                    <a:pt x="10489" y="4453"/>
                    <a:pt x="10489" y="4215"/>
                  </a:cubicBezTo>
                  <a:cubicBezTo>
                    <a:pt x="10489" y="3786"/>
                    <a:pt x="10287" y="3381"/>
                    <a:pt x="9954" y="3143"/>
                  </a:cubicBezTo>
                  <a:cubicBezTo>
                    <a:pt x="9977" y="3084"/>
                    <a:pt x="9989" y="3012"/>
                    <a:pt x="9989" y="2953"/>
                  </a:cubicBezTo>
                  <a:cubicBezTo>
                    <a:pt x="9989" y="2536"/>
                    <a:pt x="9620" y="2191"/>
                    <a:pt x="9156" y="2191"/>
                  </a:cubicBezTo>
                  <a:cubicBezTo>
                    <a:pt x="8692" y="2191"/>
                    <a:pt x="8323" y="2524"/>
                    <a:pt x="8323" y="2953"/>
                  </a:cubicBezTo>
                  <a:cubicBezTo>
                    <a:pt x="8323" y="3024"/>
                    <a:pt x="8334" y="3084"/>
                    <a:pt x="8346" y="3143"/>
                  </a:cubicBezTo>
                  <a:cubicBezTo>
                    <a:pt x="8156" y="3286"/>
                    <a:pt x="8013" y="3477"/>
                    <a:pt x="7906" y="3715"/>
                  </a:cubicBezTo>
                  <a:cubicBezTo>
                    <a:pt x="7858" y="3334"/>
                    <a:pt x="7834" y="2869"/>
                    <a:pt x="7787" y="2346"/>
                  </a:cubicBezTo>
                  <a:cubicBezTo>
                    <a:pt x="7739" y="1655"/>
                    <a:pt x="7489" y="1060"/>
                    <a:pt x="7060" y="643"/>
                  </a:cubicBezTo>
                  <a:cubicBezTo>
                    <a:pt x="6644" y="226"/>
                    <a:pt x="6072" y="0"/>
                    <a:pt x="5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6089408" y="3637503"/>
              <a:ext cx="10662" cy="36029"/>
            </a:xfrm>
            <a:custGeom>
              <a:rect b="b" l="l" r="r" t="t"/>
              <a:pathLst>
                <a:path extrusionOk="0" h="1132" w="335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977"/>
                  </a:lnTo>
                  <a:cubicBezTo>
                    <a:pt x="1" y="1060"/>
                    <a:pt x="72" y="1132"/>
                    <a:pt x="167" y="1132"/>
                  </a:cubicBezTo>
                  <a:cubicBezTo>
                    <a:pt x="251" y="1132"/>
                    <a:pt x="322" y="1060"/>
                    <a:pt x="322" y="977"/>
                  </a:cubicBezTo>
                  <a:lnTo>
                    <a:pt x="322" y="167"/>
                  </a:lnTo>
                  <a:cubicBezTo>
                    <a:pt x="334" y="84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1" name="Description 401"/>
          <p:cNvSpPr txBox="1"/>
          <p:nvPr>
            <p:ph idx="1" type="subTitle"/>
          </p:nvPr>
        </p:nvSpPr>
        <p:spPr>
          <a:xfrm>
            <a:off x="844400" y="2192700"/>
            <a:ext cx="3300000" cy="7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Northwestern’s largest student-run business org: founded in 2005, 200+ members across every area of business.</a:t>
            </a:r>
            <a:endParaRPr sz="1200"/>
          </a:p>
        </p:txBody>
      </p:sp>
      <p:sp>
        <p:nvSpPr>
          <p:cNvPr id="402" name="Description 402"/>
          <p:cNvSpPr txBox="1"/>
          <p:nvPr>
            <p:ph idx="1" type="subTitle"/>
          </p:nvPr>
        </p:nvSpPr>
        <p:spPr>
          <a:xfrm>
            <a:off x="4830838" y="2192700"/>
            <a:ext cx="3300000" cy="7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ISBE’s entrepreneurship group. Launch a startup, join a fellow student’s, or work under a proven founder.</a:t>
            </a:r>
            <a:endParaRPr sz="1200"/>
          </a:p>
        </p:txBody>
      </p:sp>
      <p:sp>
        <p:nvSpPr>
          <p:cNvPr id="403" name="Description 403"/>
          <p:cNvSpPr txBox="1"/>
          <p:nvPr>
            <p:ph idx="1" type="subTitle"/>
          </p:nvPr>
        </p:nvSpPr>
        <p:spPr>
          <a:xfrm>
            <a:off x="844400" y="4142700"/>
            <a:ext cx="3300000" cy="7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u="sng">
                <a:hlinkClick r:id="rId2"/>
              </a:rPr>
              <a:t>nuisbe.org</a:t>
            </a:r>
            <a:r>
              <a:rPr lang="en" sz="1200"/>
              <a:t> — events, leadership, news, and how to apply. Start here for everything ISBE.</a:t>
            </a:r>
            <a:endParaRPr sz="1200"/>
          </a:p>
        </p:txBody>
      </p:sp>
      <p:sp>
        <p:nvSpPr>
          <p:cNvPr id="404" name="Description 404"/>
          <p:cNvSpPr txBox="1"/>
          <p:nvPr>
            <p:ph idx="1" type="subTitle"/>
          </p:nvPr>
        </p:nvSpPr>
        <p:spPr>
          <a:xfrm>
            <a:off x="4830838" y="4142700"/>
            <a:ext cx="3300000" cy="7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u="sng">
                <a:hlinkClick r:id="rId3"/>
              </a:rPr>
              <a:t>nuisbe.org/member</a:t>
            </a:r>
            <a:r>
              <a:rPr lang="en" sz="1200"/>
              <a:t> — member guides, templates, and how-tos. Bookmark it for the quarter.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1031200" y="1733550"/>
            <a:ext cx="9876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600000" y="3130000"/>
            <a:ext cx="1850000" cy="1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 regular full-club meetings. Most of your work happens inside your team, on a cadence you set.</a:t>
            </a:r>
            <a:endParaRPr sz="1200"/>
          </a:p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600000" y="2300000"/>
            <a:ext cx="1850000" cy="8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Work in your team</a:t>
            </a:r>
            <a:endParaRPr sz="1600"/>
          </a:p>
        </p:txBody>
      </p:sp>
      <p:sp>
        <p:nvSpPr>
          <p:cNvPr id="360" name="Google Shape;360;p37"/>
          <p:cNvSpPr txBox="1"/>
          <p:nvPr>
            <p:ph idx="3" type="title"/>
          </p:nvPr>
        </p:nvSpPr>
        <p:spPr>
          <a:xfrm>
            <a:off x="3062533" y="1733550"/>
            <a:ext cx="9876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2631333" y="3130000"/>
            <a:ext cx="1850000" cy="1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Founders, and anyone with an idea, can book time with us to pressure-test it and plan next steps.</a:t>
            </a:r>
            <a:endParaRPr sz="1200"/>
          </a:p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2631333" y="2300000"/>
            <a:ext cx="1850000" cy="8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1-on-1 sessions</a:t>
            </a:r>
            <a:endParaRPr sz="1600"/>
          </a:p>
        </p:txBody>
      </p:sp>
      <p:sp>
        <p:nvSpPr>
          <p:cNvPr id="363" name="Google Shape;363;p37"/>
          <p:cNvSpPr txBox="1"/>
          <p:nvPr>
            <p:ph idx="6" type="title"/>
          </p:nvPr>
        </p:nvSpPr>
        <p:spPr>
          <a:xfrm>
            <a:off x="5093866" y="1733550"/>
            <a:ext cx="9876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64" name="Google Shape;364;p37"/>
          <p:cNvSpPr txBox="1"/>
          <p:nvPr>
            <p:ph idx="7" type="subTitle"/>
          </p:nvPr>
        </p:nvSpPr>
        <p:spPr>
          <a:xfrm>
            <a:off x="4662666" y="3130000"/>
            <a:ext cx="1850000" cy="1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We’ll plan a social during the quarter to bring all the teams together. Details to come.</a:t>
            </a:r>
            <a:endParaRPr sz="1200"/>
          </a:p>
        </p:txBody>
      </p:sp>
      <p:sp>
        <p:nvSpPr>
          <p:cNvPr id="365" name="Google Shape;365;p37"/>
          <p:cNvSpPr txBox="1"/>
          <p:nvPr>
            <p:ph idx="8" type="subTitle"/>
          </p:nvPr>
        </p:nvSpPr>
        <p:spPr>
          <a:xfrm>
            <a:off x="4662666" y="2300000"/>
            <a:ext cx="1850000" cy="8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Quarter social</a:t>
            </a:r>
            <a:endParaRPr sz="1600"/>
          </a:p>
        </p:txBody>
      </p:sp>
      <p:sp>
        <p:nvSpPr>
          <p:cNvPr id="366" name="Google Shape;366;p37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THIS QUARTER WORKS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1572000" y="1017725"/>
            <a:ext cx="600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Your team sets its own rhythm — here’s where Arch shows up along the way</a:t>
            </a:r>
            <a:endParaRPr sz="1100"/>
          </a:p>
        </p:txBody>
      </p:sp>
      <p:sp>
        <p:nvSpPr>
          <p:cNvPr id="410" name="Badge 4"/>
          <p:cNvSpPr txBox="1"/>
          <p:nvPr>
            <p:ph idx="6" type="title"/>
          </p:nvPr>
        </p:nvSpPr>
        <p:spPr>
          <a:xfrm>
            <a:off x="7125199" y="1733550"/>
            <a:ext cx="987600" cy="4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11" name="Heading 4"/>
          <p:cNvSpPr txBox="1"/>
          <p:nvPr>
            <p:ph idx="8" type="subTitle"/>
          </p:nvPr>
        </p:nvSpPr>
        <p:spPr>
          <a:xfrm>
            <a:off x="6693999" y="2300000"/>
            <a:ext cx="1850000" cy="8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End-of-quarter presentations</a:t>
            </a:r>
            <a:endParaRPr sz="1600"/>
          </a:p>
        </p:txBody>
      </p:sp>
      <p:sp>
        <p:nvSpPr>
          <p:cNvPr id="412" name="Body 4"/>
          <p:cNvSpPr txBox="1"/>
          <p:nvPr>
            <p:ph idx="7" type="subTitle"/>
          </p:nvPr>
        </p:nvSpPr>
        <p:spPr>
          <a:xfrm>
            <a:off x="6693999" y="3130000"/>
            <a:ext cx="1850000" cy="1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Every team presents its progress to Arch at the end of the quarter. Build toward it.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oung Apprentice Job Description by Slidesgo">
  <a:themeElements>
    <a:clrScheme name="Simple Light">
      <a:dk1>
        <a:srgbClr val="FFFFFF"/>
      </a:dk1>
      <a:lt1>
        <a:srgbClr val="191919"/>
      </a:lt1>
      <a:dk2>
        <a:srgbClr val="595959"/>
      </a:dk2>
      <a:lt2>
        <a:srgbClr val="F3F3F3"/>
      </a:lt2>
      <a:accent1>
        <a:srgbClr val="F2D04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